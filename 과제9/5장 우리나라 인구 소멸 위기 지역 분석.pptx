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6" r:id="rId2"/>
    <p:sldId id="257" r:id="rId3"/>
    <p:sldId id="258" r:id="rId4"/>
    <p:sldId id="295" r:id="rId5"/>
    <p:sldId id="296" r:id="rId6"/>
    <p:sldId id="259" r:id="rId7"/>
    <p:sldId id="289" r:id="rId8"/>
    <p:sldId id="290" r:id="rId9"/>
    <p:sldId id="291" r:id="rId10"/>
    <p:sldId id="260" r:id="rId11"/>
    <p:sldId id="261" r:id="rId12"/>
    <p:sldId id="277" r:id="rId13"/>
    <p:sldId id="278" r:id="rId14"/>
    <p:sldId id="262" r:id="rId15"/>
    <p:sldId id="266" r:id="rId16"/>
    <p:sldId id="267" r:id="rId17"/>
    <p:sldId id="268" r:id="rId18"/>
    <p:sldId id="269" r:id="rId19"/>
    <p:sldId id="270" r:id="rId20"/>
    <p:sldId id="303" r:id="rId21"/>
    <p:sldId id="264" r:id="rId22"/>
    <p:sldId id="297" r:id="rId23"/>
    <p:sldId id="265" r:id="rId24"/>
    <p:sldId id="283" r:id="rId25"/>
    <p:sldId id="284" r:id="rId26"/>
    <p:sldId id="256" r:id="rId27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986" autoAdjust="0"/>
    <p:restoredTop sz="94660"/>
  </p:normalViewPr>
  <p:slideViewPr>
    <p:cSldViewPr snapToGrid="0">
      <p:cViewPr varScale="1">
        <p:scale>
          <a:sx n="89" d="100"/>
          <a:sy n="89" d="100"/>
        </p:scale>
        <p:origin x="90" y="4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4833DA-F8B1-471C-8F95-FF2C3B455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474CCC6-4087-42A4-9110-94C0035A68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0246E68-61F5-4CF7-9FCE-A705493D1B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D71D50-73FD-475D-AEA0-9B656FC29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5728FBF-AF6C-406C-A239-82D9025EE8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9462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6E84AB-DDC7-4689-876E-AC46DBC3F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F98C761-BBAC-455A-A287-F47F92FDB8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BBC4F3D-3DDE-43A0-A62E-1A4C593B7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B32E330-B239-40D9-B501-E02FBADCA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55662D-9749-4023-B591-BF9001F39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60362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BA00281-D5BF-4374-A21F-FAC6D73BBF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10D5C26-F793-4C96-AB29-235C4CE499C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0B531D-FCF0-4CB9-B50B-56EF82B960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3EEB7D0-3312-412B-A9E4-1004A8D9E9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50D58C3-D534-49EC-A94B-1EF1EA72C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0882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3F0200D-9B23-4DDB-A65A-2324204284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EB5ED39-66EC-4600-98A8-2968535C275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C1342E27-BBF8-41A8-8CFE-743844E5BE5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D744716-EF4F-4A82-9DF0-40F8B6B334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5D19E7A0-1067-4153-BC1A-5755ACE869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A90AAA79-A875-4A26-A27C-6F99962A4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91011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7342135-B28E-4FEA-AE94-352BC267E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2A42B04-FB87-487E-BDD9-2B472D09A6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5FAAB3C8-D3BF-40E6-8F55-BD60B472CE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2F35282C-EB27-4DEE-A052-53D992B3207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F928F259-D39A-4114-B96A-55AA7BA1506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54FBB66A-B07A-443B-BC73-6C9F196C49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DCA0840-9928-43B1-8FF0-78621ABA90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9127C07-70B3-4F96-A660-B4912062DA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68255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B7858-8013-448E-B5DF-FC3D2F80D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4006E946-8A2A-48A4-9427-97A7436DA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C8009CF-9373-4630-8091-7E8C33FE6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FE34DC18-CADA-48FE-9957-899BEE964B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92857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FA7FFEE4-4B02-45CC-ADE2-D40A3C934D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6145FE71-FEAF-4E18-9084-5700C87CC0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45CF2AD-E2BD-471B-B3B1-9A2D529D4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529190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A5CDCD2-63DF-46D2-88D3-BE978A91B5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56A83E-F4BE-420E-A1E3-32E918B46A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FBE59D69-DA1C-450E-99BC-50D708B98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0990226-8F3E-4188-9B65-7A22031F96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E8E0B9E-9B80-4505-9179-C71EA05B6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18DF3D-923E-426C-8CFA-F3C82FB06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704616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1EB0F82-13F3-4D49-B680-E5087CABB0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C22DFCF-03FF-4EE4-9728-FDE4E865254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E329209B-F61C-4544-904C-0E439B0C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5A8E7BE-4AA1-412A-A6EE-3D0633BC3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14ECAEE-BEC0-46BE-A6B3-5004F5DCDF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136DAFB-C9B6-4751-9BC8-DDBEA4FA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504111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B3959F2-43C1-4C09-AA85-43BC0FAF8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5588B73-7A59-430A-8F46-CC9A1BBB854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8D4B745-6796-4B1B-B8C4-20D89936D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6F11691-8549-4D29-A60E-8D899EC5AA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4541C6-7812-4738-81CA-FB7D5B294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4404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F7C71E76-29D2-4892-8FCA-5D28BBFA23F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9FEA511C-0FE7-4EF6-ABE0-78AD11CA42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15BDCE6-BD77-45C6-92C3-569D4DED44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E82C17D-FA8C-49B2-9A06-A80E31063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3FF373-0B7C-4AE8-B432-347EA4E37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3817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B20FE2C3-68A7-4989-AD6C-DDB81E77C2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551197B-32E2-4C08-9A33-C46C6E2F1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9EE9F9B-5C05-43CE-A0A3-95FD358545D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F35F00-06C9-4B68-8CBC-C391AE277FDD}" type="datetimeFigureOut">
              <a:rPr lang="ko-KR" altLang="en-US" smtClean="0"/>
              <a:t>2019-11-12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E68FD3A-CE96-4F15-9DB3-16AA697C4E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8C9A0DF-665A-41EE-90CA-C3174875A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A796BEE-5B41-47CA-9DC0-F0DE6FA4072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54976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778168-6084-4196-8F94-D9D2F0C9D4E2}"/>
              </a:ext>
            </a:extLst>
          </p:cNvPr>
          <p:cNvSpPr txBox="1"/>
          <p:nvPr/>
        </p:nvSpPr>
        <p:spPr>
          <a:xfrm>
            <a:off x="813848" y="2262433"/>
            <a:ext cx="11019564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AutoNum type="arabicPeriod"/>
            </a:pPr>
            <a:r>
              <a:rPr lang="ko-KR" altLang="en-US" sz="1400"/>
              <a:t>목표 명확히 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인구 데이터 확보하고 정리하기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인구 소멸 위기 지역 계산하고 데이터 정리하기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대한민국 지도 그리는 방법에 대한 소개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지도 시각화를 위해 지역별 고유 </a:t>
            </a:r>
            <a:r>
              <a:rPr lang="en-US" altLang="ko-KR" sz="1400"/>
              <a:t>ID </a:t>
            </a:r>
            <a:r>
              <a:rPr lang="ko-KR" altLang="en-US" sz="1400"/>
              <a:t>만들기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Cartogram</a:t>
            </a:r>
            <a:r>
              <a:rPr lang="ko-KR" altLang="en-US" sz="1400"/>
              <a:t>으로 우리나라 지도 만들기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인구 현황 및 인구 소멸 지역 확인하기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인구 현황에서 여성 인구 비율 확인하기</a:t>
            </a:r>
            <a:endParaRPr lang="en-US" altLang="ko-KR" sz="1400"/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en-US" altLang="ko-KR" sz="1400"/>
              <a:t>Folium</a:t>
            </a:r>
            <a:r>
              <a:rPr lang="ko-KR" altLang="en-US" sz="1400"/>
              <a:t>에서 인구 소멸 위기 지역 표현하기</a:t>
            </a:r>
            <a:r>
              <a:rPr lang="en-US" altLang="ko-KR" sz="1400"/>
              <a:t>						</a:t>
            </a:r>
          </a:p>
          <a:p>
            <a:pPr marL="342900" indent="-342900">
              <a:buAutoNum type="arabicPeriod"/>
            </a:pPr>
            <a:endParaRPr lang="en-US" altLang="ko-KR" sz="1400"/>
          </a:p>
          <a:p>
            <a:pPr marL="342900" indent="-342900">
              <a:buAutoNum type="arabicPeriod"/>
            </a:pPr>
            <a:r>
              <a:rPr lang="ko-KR" altLang="en-US" sz="1400"/>
              <a:t>소감</a:t>
            </a:r>
            <a:r>
              <a:rPr lang="en-US" altLang="ko-KR" sz="1400"/>
              <a:t>																						</a:t>
            </a:r>
            <a:endParaRPr lang="ko-KR" altLang="en-US" sz="140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AC9005C-EB2B-4406-A5B6-9D4C66438A14}"/>
              </a:ext>
            </a:extLst>
          </p:cNvPr>
          <p:cNvSpPr txBox="1"/>
          <p:nvPr/>
        </p:nvSpPr>
        <p:spPr>
          <a:xfrm>
            <a:off x="1019931" y="573758"/>
            <a:ext cx="1015213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4400"/>
              <a:t>5</a:t>
            </a:r>
            <a:r>
              <a:rPr lang="ko-KR" altLang="en-US" sz="4400"/>
              <a:t>장 우리나라 인구 소멸 위기 지역 분석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2BDE303-33AC-4AD5-B187-2BE99AC0C8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1805190"/>
            <a:ext cx="5638095" cy="3247619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9D8B6493-491D-4360-8CEB-974392AE7905}"/>
              </a:ext>
            </a:extLst>
          </p:cNvPr>
          <p:cNvSpPr/>
          <p:nvPr/>
        </p:nvSpPr>
        <p:spPr>
          <a:xfrm>
            <a:off x="9984230" y="5535058"/>
            <a:ext cx="184918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200"/>
              <a:t>이름 </a:t>
            </a:r>
            <a:r>
              <a:rPr lang="en-US" altLang="ko-KR" sz="1200"/>
              <a:t>: </a:t>
            </a:r>
            <a:r>
              <a:rPr lang="ko-KR" altLang="en-US" sz="1200"/>
              <a:t>구명회</a:t>
            </a:r>
            <a:endParaRPr lang="en-US" altLang="ko-KR" sz="1200"/>
          </a:p>
          <a:p>
            <a:r>
              <a:rPr lang="ko-KR" altLang="en-US" sz="1200"/>
              <a:t>학번 </a:t>
            </a:r>
            <a:r>
              <a:rPr lang="en-US" altLang="ko-KR" sz="1200"/>
              <a:t>: 20154215</a:t>
            </a:r>
          </a:p>
          <a:p>
            <a:r>
              <a:rPr lang="ko-KR" altLang="en-US" sz="1200"/>
              <a:t>학과 </a:t>
            </a:r>
            <a:r>
              <a:rPr lang="en-US" altLang="ko-KR" sz="1200"/>
              <a:t>: </a:t>
            </a:r>
            <a:r>
              <a:rPr lang="ko-KR" altLang="en-US" sz="1200"/>
              <a:t>컴퓨터 공학과</a:t>
            </a:r>
            <a:endParaRPr lang="en-US" altLang="ko-KR" sz="1200"/>
          </a:p>
        </p:txBody>
      </p:sp>
    </p:spTree>
    <p:extLst>
      <p:ext uri="{BB962C8B-B14F-4D97-AF65-F5344CB8AC3E}">
        <p14:creationId xmlns:p14="http://schemas.microsoft.com/office/powerpoint/2010/main" val="996490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1A83F079-2BF0-4E30-A7B6-58DC86512B42}"/>
              </a:ext>
            </a:extLst>
          </p:cNvPr>
          <p:cNvSpPr/>
          <p:nvPr/>
        </p:nvSpPr>
        <p:spPr>
          <a:xfrm>
            <a:off x="4984156" y="1996446"/>
            <a:ext cx="222368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1. </a:t>
            </a:r>
            <a:r>
              <a:rPr lang="ko-KR" altLang="en-US"/>
              <a:t>목표 명확히 하기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50683A25-DC5D-4937-B57B-79B105E74C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42047" y="3130476"/>
            <a:ext cx="8907905" cy="1738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7323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F2C6A257-965D-446B-8477-8617C1FAD544}"/>
              </a:ext>
            </a:extLst>
          </p:cNvPr>
          <p:cNvSpPr/>
          <p:nvPr/>
        </p:nvSpPr>
        <p:spPr>
          <a:xfrm>
            <a:off x="4250783" y="1262237"/>
            <a:ext cx="369043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2. </a:t>
            </a:r>
            <a:r>
              <a:rPr lang="ko-KR" altLang="en-US"/>
              <a:t>인구 데이터 확보하고 정리하기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3504BDCD-D699-4C6E-BE30-CBFAD0FAB6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17115" y="2086984"/>
            <a:ext cx="6357769" cy="41201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28542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71F9936B-E197-41E0-9CE6-1111689277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5342" y="877869"/>
            <a:ext cx="9901316" cy="51022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265021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080EA813-442E-434E-B705-E8C010A385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00358" y="603268"/>
            <a:ext cx="9591283" cy="56514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9464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0D3A78DB-C24F-42BA-8F4F-6AACC086E0A2}"/>
              </a:ext>
            </a:extLst>
          </p:cNvPr>
          <p:cNvSpPr/>
          <p:nvPr/>
        </p:nvSpPr>
        <p:spPr>
          <a:xfrm>
            <a:off x="3435656" y="866893"/>
            <a:ext cx="532068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3. </a:t>
            </a:r>
            <a:r>
              <a:rPr lang="ko-KR" altLang="en-US"/>
              <a:t>인구 소멸 위기 지역 계산하고 데이터 정리하기</a:t>
            </a:r>
            <a:endParaRPr lang="en-US" altLang="ko-KR"/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6A87FF8-766D-4FFB-9AC9-837815DA90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0498" y="1645920"/>
            <a:ext cx="9571002" cy="4766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9389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AA5B6815-495D-4FB4-9134-9AF2BE374E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7416" y="152036"/>
            <a:ext cx="6917167" cy="65539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4815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72F40817-DA94-4EEB-B8A1-6473243A4F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503" y="123713"/>
            <a:ext cx="8078993" cy="6610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59536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6B7EACC-7082-4D27-9EA4-B5C8DC82D9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2962" y="336582"/>
            <a:ext cx="8161791" cy="6184835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D69DC86-C7E3-42B0-94B2-9127157CA0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9563" y="336582"/>
            <a:ext cx="3419475" cy="3143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7366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5982B9A-D655-47AB-8E1F-F0D637F451FE}"/>
              </a:ext>
            </a:extLst>
          </p:cNvPr>
          <p:cNvSpPr/>
          <p:nvPr/>
        </p:nvSpPr>
        <p:spPr>
          <a:xfrm>
            <a:off x="3822780" y="2104024"/>
            <a:ext cx="4546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4. </a:t>
            </a:r>
            <a:r>
              <a:rPr lang="ko-KR" altLang="en-US"/>
              <a:t>대한민국 지도 그리는 방법에 대한 소개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06B373C-7D40-4BA1-AC06-AF68D65300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47526" y="3185176"/>
            <a:ext cx="6896944" cy="11994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08840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82A61E1F-2C1B-4519-9EA4-7A2357A8217E}"/>
              </a:ext>
            </a:extLst>
          </p:cNvPr>
          <p:cNvSpPr/>
          <p:nvPr/>
        </p:nvSpPr>
        <p:spPr>
          <a:xfrm>
            <a:off x="3668092" y="381280"/>
            <a:ext cx="485581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5. </a:t>
            </a:r>
            <a:r>
              <a:rPr lang="ko-KR" altLang="en-US"/>
              <a:t>지도 시각화를 위해 지역별 고유 </a:t>
            </a:r>
            <a:r>
              <a:rPr lang="en-US" altLang="ko-KR"/>
              <a:t>ID </a:t>
            </a:r>
            <a:r>
              <a:rPr lang="ko-KR" altLang="en-US"/>
              <a:t>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1257A8F7-FEEE-4014-BC4A-7CB6AF5533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2547" y="1079533"/>
            <a:ext cx="8186906" cy="5300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29578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BAED91DA-0093-4DC9-8DE2-87B4CB53C76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667" y="112954"/>
            <a:ext cx="7308028" cy="6632089"/>
          </a:xfrm>
          <a:prstGeom prst="rect">
            <a:avLst/>
          </a:prstGeom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93CDE3C1-EBA2-4DF0-89B9-22DA38BDA8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031" y="112954"/>
            <a:ext cx="3157617" cy="663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0510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5461F1-A5C1-4F7C-992A-652FD8F34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7035" y="1569888"/>
            <a:ext cx="8917930" cy="3916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862403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A6A86D8E-81A5-4C99-8FDF-BD06FB0EDFD9}"/>
              </a:ext>
            </a:extLst>
          </p:cNvPr>
          <p:cNvSpPr/>
          <p:nvPr/>
        </p:nvSpPr>
        <p:spPr>
          <a:xfrm>
            <a:off x="3923514" y="167647"/>
            <a:ext cx="4344972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6. Cartogram</a:t>
            </a:r>
            <a:r>
              <a:rPr lang="ko-KR" altLang="en-US"/>
              <a:t>으로 우리나라 지도 만들기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61FC4E-CA20-41CB-8897-2C800DD2D3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1501" y="598799"/>
            <a:ext cx="8788998" cy="60915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460384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EA6F756-2112-48E6-973E-3BCE512F6D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601" y="969255"/>
            <a:ext cx="5762793" cy="5242219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262DE550-5F75-403A-8EE6-BC5DA9A318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6606" y="969255"/>
            <a:ext cx="5762793" cy="41869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434567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BCE2708-104C-4345-B184-9C53B9DD76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" y="771525"/>
            <a:ext cx="5981700" cy="531495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3B2C00D3-092D-4E0B-8723-EF52F62DB1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06945" y="204787"/>
            <a:ext cx="4953000" cy="64484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2732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23FE65C-54E7-44BC-AA2F-D5E33FAF95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6044" y="199016"/>
            <a:ext cx="8079912" cy="6459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628024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F550D68D-DD27-4100-AC37-0E323414A3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0502" y="107576"/>
            <a:ext cx="8390995" cy="66428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15590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FF3FB7BF-FD97-4C97-A883-5DC27989B9B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811" y="137384"/>
            <a:ext cx="5485506" cy="6607660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EFCF7679-3E9D-46E6-A6F4-F0F7AFBBCC0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683" y="112955"/>
            <a:ext cx="5485506" cy="66320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5818682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2311B868-5D4B-4322-A740-1221E7D3BD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944" y="634702"/>
            <a:ext cx="5235043" cy="6110340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62D4BEF6-D198-4FF3-8AF1-533036518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3015" y="112955"/>
            <a:ext cx="5490267" cy="6632089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55E8E697-17B4-4BAD-B7CC-1FE59A37D53A}"/>
              </a:ext>
            </a:extLst>
          </p:cNvPr>
          <p:cNvSpPr/>
          <p:nvPr/>
        </p:nvSpPr>
        <p:spPr>
          <a:xfrm>
            <a:off x="368719" y="112953"/>
            <a:ext cx="439735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7. </a:t>
            </a:r>
            <a:r>
              <a:rPr lang="ko-KR" altLang="en-US"/>
              <a:t>인구 현황 및 인구 소멸 지역 확인하기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944745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49B3924B-6B44-470C-99F6-5D6038978F68}"/>
              </a:ext>
            </a:extLst>
          </p:cNvPr>
          <p:cNvSpPr/>
          <p:nvPr/>
        </p:nvSpPr>
        <p:spPr>
          <a:xfrm>
            <a:off x="3822781" y="133568"/>
            <a:ext cx="454643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8. </a:t>
            </a:r>
            <a:r>
              <a:rPr lang="ko-KR" altLang="en-US"/>
              <a:t>인구 현황에서 여성 인구 비율 확인하기</a:t>
            </a: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699D4B40-A473-4DD9-B899-A5DA586FAE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2597" y="614089"/>
            <a:ext cx="6586804" cy="61103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869743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AD9D86CF-BFB6-4147-9B1F-E21BCF8CBD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946" y="53788"/>
            <a:ext cx="5879054" cy="6750424"/>
          </a:xfrm>
          <a:prstGeom prst="rect">
            <a:avLst/>
          </a:prstGeom>
        </p:spPr>
      </p:pic>
      <p:pic>
        <p:nvPicPr>
          <p:cNvPr id="4" name="그림 3">
            <a:extLst>
              <a:ext uri="{FF2B5EF4-FFF2-40B4-BE49-F238E27FC236}">
                <a16:creationId xmlns:a16="http://schemas.microsoft.com/office/drawing/2014/main" id="{8333742B-8656-4593-8EE9-7ED1EC5591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2773" y="1420009"/>
            <a:ext cx="4819426" cy="53842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918918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C83D3643-224F-42BF-A1FE-6110E8D6B94E}"/>
              </a:ext>
            </a:extLst>
          </p:cNvPr>
          <p:cNvSpPr/>
          <p:nvPr/>
        </p:nvSpPr>
        <p:spPr>
          <a:xfrm>
            <a:off x="3702555" y="1103562"/>
            <a:ext cx="47868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/>
              <a:t>9. Folium</a:t>
            </a:r>
            <a:r>
              <a:rPr lang="ko-KR" altLang="en-US"/>
              <a:t>에서 인구 소멸 위기 지역 표현하기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4A8BB7C-6833-42C7-873D-FF3C5B0F88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812" y="1858713"/>
            <a:ext cx="9096375" cy="38957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85097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2421F1A-5915-422E-AD02-9D9C284379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8379" y="155986"/>
            <a:ext cx="9035242" cy="6546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501865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6D6FDB80-91C9-42C2-B2DD-C4B5342323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3106" y="72614"/>
            <a:ext cx="9105787" cy="6712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01581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12753EBA-0E05-4173-8692-F159B6DC2E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5895" y="234680"/>
            <a:ext cx="5362575" cy="4000500"/>
          </a:xfrm>
          <a:prstGeom prst="rect">
            <a:avLst/>
          </a:prstGeom>
        </p:spPr>
      </p:pic>
      <p:sp>
        <p:nvSpPr>
          <p:cNvPr id="3" name="직사각형 2">
            <a:extLst>
              <a:ext uri="{FF2B5EF4-FFF2-40B4-BE49-F238E27FC236}">
                <a16:creationId xmlns:a16="http://schemas.microsoft.com/office/drawing/2014/main" id="{8D20F568-2D50-474E-84B3-C25608F4949E}"/>
              </a:ext>
            </a:extLst>
          </p:cNvPr>
          <p:cNvSpPr/>
          <p:nvPr/>
        </p:nvSpPr>
        <p:spPr>
          <a:xfrm>
            <a:off x="1332531" y="2234930"/>
            <a:ext cx="9940371" cy="30455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/>
              <a:t>10. </a:t>
            </a:r>
            <a:r>
              <a:rPr lang="ko-KR" altLang="en-US"/>
              <a:t>소감</a:t>
            </a:r>
            <a:endParaRPr lang="en-US" altLang="ko-KR" sz="2400"/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앞장에서 실습한 내용의 복습같은 느낌이었습니다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r>
              <a:rPr lang="ko-KR" altLang="en-US" sz="1600"/>
              <a:t>인구 소멸 위기 지역을 분석한 것을 지도에 시각화해서 보여줌으로써 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인구가 감소하고 있다는 수치를 표로 보여주는것보다 훨씬 효과적으로 알아볼 수 있었습니다</a:t>
            </a:r>
            <a:r>
              <a:rPr lang="en-US" altLang="ko-KR" sz="1600"/>
              <a:t>.</a:t>
            </a:r>
          </a:p>
          <a:p>
            <a:pPr>
              <a:lnSpc>
                <a:spcPct val="150000"/>
              </a:lnSpc>
            </a:pP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물론 우리가 인구 감소 문제를 어떻게 해결할 순 없겠지만</a:t>
            </a:r>
            <a:r>
              <a:rPr lang="en-US" altLang="ko-KR" sz="1600"/>
              <a:t> </a:t>
            </a:r>
            <a:r>
              <a:rPr lang="ko-KR" altLang="en-US" sz="1600"/>
              <a:t>우리나라의 인구 감소 문제가 </a:t>
            </a:r>
            <a:endParaRPr lang="en-US" altLang="ko-KR" sz="1600"/>
          </a:p>
          <a:p>
            <a:pPr>
              <a:lnSpc>
                <a:spcPct val="150000"/>
              </a:lnSpc>
            </a:pPr>
            <a:r>
              <a:rPr lang="ko-KR" altLang="en-US" sz="1600"/>
              <a:t>점점 심해지고 있다는 것을 알고</a:t>
            </a:r>
            <a:r>
              <a:rPr lang="en-US" altLang="ko-KR" sz="1600"/>
              <a:t>, </a:t>
            </a:r>
            <a:r>
              <a:rPr lang="ko-KR" altLang="en-US" sz="1600"/>
              <a:t>이 문제에 대해 위기감을 가지는 것이 좋겠습니다</a:t>
            </a:r>
            <a:r>
              <a:rPr lang="en-US" altLang="ko-KR" sz="160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708609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</TotalTime>
  <Words>197</Words>
  <Application>Microsoft Office PowerPoint</Application>
  <PresentationFormat>와이드스크린</PresentationFormat>
  <Paragraphs>40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명회 구</dc:creator>
  <cp:lastModifiedBy>명회 구</cp:lastModifiedBy>
  <cp:revision>27</cp:revision>
  <dcterms:created xsi:type="dcterms:W3CDTF">2019-10-25T16:58:25Z</dcterms:created>
  <dcterms:modified xsi:type="dcterms:W3CDTF">2019-11-12T12:58:56Z</dcterms:modified>
</cp:coreProperties>
</file>