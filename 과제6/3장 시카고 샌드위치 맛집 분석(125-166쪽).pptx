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258" r:id="rId3"/>
    <p:sldId id="257" r:id="rId4"/>
    <p:sldId id="313" r:id="rId5"/>
    <p:sldId id="312" r:id="rId6"/>
    <p:sldId id="314" r:id="rId7"/>
    <p:sldId id="311" r:id="rId8"/>
    <p:sldId id="322" r:id="rId9"/>
    <p:sldId id="315" r:id="rId10"/>
    <p:sldId id="316" r:id="rId11"/>
    <p:sldId id="260" r:id="rId12"/>
    <p:sldId id="321" r:id="rId13"/>
    <p:sldId id="323" r:id="rId14"/>
    <p:sldId id="324" r:id="rId15"/>
    <p:sldId id="326" r:id="rId16"/>
    <p:sldId id="325" r:id="rId17"/>
    <p:sldId id="327" r:id="rId18"/>
    <p:sldId id="328" r:id="rId19"/>
    <p:sldId id="329" r:id="rId20"/>
    <p:sldId id="332" r:id="rId21"/>
    <p:sldId id="333" r:id="rId22"/>
    <p:sldId id="334" r:id="rId23"/>
    <p:sldId id="335" r:id="rId24"/>
    <p:sldId id="330" r:id="rId25"/>
    <p:sldId id="331" r:id="rId26"/>
    <p:sldId id="317" r:id="rId27"/>
    <p:sldId id="267" r:id="rId28"/>
    <p:sldId id="319" r:id="rId29"/>
    <p:sldId id="320" r:id="rId30"/>
    <p:sldId id="310" r:id="rId31"/>
    <p:sldId id="261" r:id="rId32"/>
    <p:sldId id="309" r:id="rId33"/>
    <p:sldId id="262" r:id="rId34"/>
    <p:sldId id="308" r:id="rId35"/>
    <p:sldId id="263" r:id="rId36"/>
    <p:sldId id="307" r:id="rId37"/>
    <p:sldId id="264" r:id="rId38"/>
    <p:sldId id="305" r:id="rId39"/>
    <p:sldId id="256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9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82718E-A816-4342-A795-599ED4C0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363D93A-0E33-46D1-87FF-97E2A65CE3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9A127F-347A-49E8-9F67-045BCA16E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6A6EA5-D6AC-4B98-B87E-2B003DA8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719C20-16F3-4BAA-8DDE-49F97599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579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2D3F9-FD74-437F-BECC-1E54919A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E5BEFF-5837-4F67-9DED-D73CA4DA6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EBCA22-5D67-4A3C-A16E-B4846052C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A1C230-6341-4DA9-8AB0-139880E1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6574C3-ED74-443A-8AAE-E4D854860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32638-8916-4C8E-A177-F4947D08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DF78FB-3F78-4171-A9FD-50FE8A92A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35655-0922-4486-AF63-F152A9D0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6EB5BC-BC16-424E-91AA-E631BCEFB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4556EC-B897-4022-BE09-3F5EB905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09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CE32BE-B8AD-4934-AE6F-299C771BC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B2030A-34B7-431F-9FD0-496DF6BF7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4ED1D6-A2E9-47D6-8187-812A70FF7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784887-9601-4C39-9FC9-2E86C65D6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849CF0-A493-450F-95DB-AC8A11BB5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7D28EB-9AF9-4BAB-AD86-F30E44DA4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49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DA801-DC8A-4634-BC19-091821E5F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AE95B7-2B32-4C61-AAE0-637DC0DF9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467126-AF2D-402B-80F1-66DC2FF2E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E45131-382C-4940-B878-F641393B7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F5B1C7C-C69E-4582-9AF1-79640B99F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2BA5F9-ADFC-46C8-AC8B-5D134112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7B3C1BE-22AC-49A1-9D33-5D2A703EF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773ACD8-F9CF-4DC9-AC82-E4B5AA38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74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739CA-705D-4156-B08F-D0E9A2787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CE56F5-09CA-4613-B43D-DFCCEE259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813D30-80E5-49BD-AD8D-921D9BB69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D51EA4-A2F2-455D-BCDF-26D01DB35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417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3BA1CED-F5C7-4D57-B922-0F4D8A0B1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AFAB68-5AFB-49B9-9955-0F2B23691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367FBE-45A6-4C39-9AEF-06E49135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515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71CCB-9869-43D8-9C4B-4DA22B288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1FA93F-C940-447B-A53E-29AE4F3E3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9BB9D4-0F33-4A46-87B6-24B067BCE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8D8D6B-708C-4DE2-BA84-9012D8903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C6AC45-F09E-4887-9CDA-79EC4A43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BC29B6-DD86-40D2-919F-B9696118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085F5-1A41-4709-A496-DEA8D3BF7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3118F3-2F38-4007-975C-3DF8322C9F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C65182-FB83-484C-9851-63D837348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A23160-B1DF-4791-87B9-2ECD1B424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7DFC4-B0F9-458E-9341-B078C25D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713E87-5ED3-4B4D-98F2-42533140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45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F5B668-72A5-49CA-B967-5AFF8AD41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0998A9D-E650-4A06-8181-E6A64FD3D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E1A8DD-52EC-4D27-B3AA-E716876D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F52F50-813D-421A-86BB-0E32CF53F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06F06B-66DD-4519-9AB4-FE3A94E81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5770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13AFBD-394E-41A4-9866-BCFED56BD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A34CE2-E094-4965-977D-4D2D68B8C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95513F-F3E5-4318-BA68-EE37442D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616E7B-B621-4608-9ED7-938D6130B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2E43A4-B062-4C45-AF0B-E66F042ED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17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71C590-6773-488F-9368-0A51EAF5F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3C9E50-C937-406F-87CA-15EE2A706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17E7D9-0894-4623-BA14-320B63FB3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C18EB-147F-4A36-8742-2335F4386FD4}" type="datetimeFigureOut">
              <a:rPr lang="ko-KR" altLang="en-US" smtClean="0"/>
              <a:t>2019-10-13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1344EC-AF60-489D-876C-D2271B04D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B7D55E-CA8E-4FA1-B5B2-E27DC2DF7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D94E2-7AD5-4016-AA47-CC85317AC0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66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72128D-4187-46CE-80FE-9360E5FF155E}"/>
              </a:ext>
            </a:extLst>
          </p:cNvPr>
          <p:cNvSpPr txBox="1"/>
          <p:nvPr/>
        </p:nvSpPr>
        <p:spPr>
          <a:xfrm>
            <a:off x="6198328" y="1477263"/>
            <a:ext cx="5839125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웹 데이터를 가져오는 </a:t>
            </a:r>
            <a:r>
              <a:rPr lang="en-US" altLang="ko-KR" sz="1400"/>
              <a:t>Beautiful Soup </a:t>
            </a:r>
            <a:r>
              <a:rPr lang="ko-KR" altLang="en-US" sz="1400"/>
              <a:t>익히기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크롬 개발자 도구를 이용해서 원하는 태그 찾기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시카고 샌드위치 맛집 소개 사이트에 접근하기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접근한 웹 페이지에서 원하는 데이터 추출하고 정리하기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다수의 웹 페이지에 자동으로 접근해서 원하는 정보 정리하기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Jupyter</a:t>
            </a:r>
            <a:r>
              <a:rPr lang="ko-KR" altLang="en-US" sz="1400"/>
              <a:t> </a:t>
            </a:r>
            <a:r>
              <a:rPr lang="en-US" altLang="ko-KR" sz="1400"/>
              <a:t>NoteBook</a:t>
            </a:r>
            <a:r>
              <a:rPr lang="ko-KR" altLang="en-US" sz="1400"/>
              <a:t>에서 상태 진행바를 쉽게 만들어주는 </a:t>
            </a:r>
            <a:r>
              <a:rPr lang="en-US" altLang="ko-KR" sz="1400"/>
              <a:t>tqdm</a:t>
            </a:r>
            <a:r>
              <a:rPr lang="ko-KR" altLang="en-US" sz="1400"/>
              <a:t>모듈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상태 진행바까지 적용하고 다시 샌드위치 페이지 </a:t>
            </a:r>
            <a:r>
              <a:rPr lang="en-US" altLang="ko-KR" sz="1400"/>
              <a:t>50</a:t>
            </a:r>
            <a:r>
              <a:rPr lang="ko-KR" altLang="en-US" sz="1400"/>
              <a:t>개에 접근하기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50</a:t>
            </a:r>
            <a:r>
              <a:rPr lang="ko-KR" altLang="en-US" sz="1400"/>
              <a:t>개 웹 페이지에 대한 정보 가져오기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맛집 위치를 지도에 표기하기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네이버 영화 평점 기준 영화의 평점 변화 확인하기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영화별 날짜 변화에 따른 평점 변화 확인하기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소감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91BB4C-EFF1-458B-9AC8-9816124BD523}"/>
              </a:ext>
            </a:extLst>
          </p:cNvPr>
          <p:cNvSpPr txBox="1"/>
          <p:nvPr/>
        </p:nvSpPr>
        <p:spPr>
          <a:xfrm>
            <a:off x="577939" y="316564"/>
            <a:ext cx="110658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3</a:t>
            </a:r>
            <a:r>
              <a:rPr lang="ko-KR" altLang="en-US" sz="4400"/>
              <a:t>장 시카고 샌드위치 맛집 분석</a:t>
            </a:r>
            <a:r>
              <a:rPr lang="en-US" altLang="ko-KR" sz="4400"/>
              <a:t>(125-166</a:t>
            </a:r>
            <a:r>
              <a:rPr lang="ko-KR" altLang="en-US" sz="4400"/>
              <a:t>쪽</a:t>
            </a:r>
            <a:r>
              <a:rPr lang="en-US" altLang="ko-KR" sz="4400"/>
              <a:t>)</a:t>
            </a:r>
            <a:endParaRPr lang="ko-KR" altLang="en-US" sz="44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E0B961F-C9BC-4668-B1DA-E00C442A5BCC}"/>
              </a:ext>
            </a:extLst>
          </p:cNvPr>
          <p:cNvSpPr/>
          <p:nvPr/>
        </p:nvSpPr>
        <p:spPr>
          <a:xfrm>
            <a:off x="242011" y="5940023"/>
            <a:ext cx="1849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이름 </a:t>
            </a:r>
            <a:r>
              <a:rPr lang="en-US" altLang="ko-KR" sz="1200"/>
              <a:t>: </a:t>
            </a:r>
            <a:r>
              <a:rPr lang="ko-KR" altLang="en-US" sz="1200"/>
              <a:t>구명회</a:t>
            </a:r>
            <a:endParaRPr lang="en-US" altLang="ko-KR" sz="1200"/>
          </a:p>
          <a:p>
            <a:r>
              <a:rPr lang="ko-KR" altLang="en-US" sz="1200"/>
              <a:t>학번 </a:t>
            </a:r>
            <a:r>
              <a:rPr lang="en-US" altLang="ko-KR" sz="1200"/>
              <a:t>: 20154215</a:t>
            </a:r>
          </a:p>
          <a:p>
            <a:r>
              <a:rPr lang="ko-KR" altLang="en-US" sz="1200"/>
              <a:t>학과 </a:t>
            </a:r>
            <a:r>
              <a:rPr lang="en-US" altLang="ko-KR" sz="1200"/>
              <a:t>: </a:t>
            </a:r>
            <a:r>
              <a:rPr lang="ko-KR" altLang="en-US" sz="1200"/>
              <a:t>컴퓨터 공학과</a:t>
            </a:r>
            <a:endParaRPr lang="en-US" altLang="ko-KR" sz="12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68FEBE5-1BB3-4DE6-8E71-15FAD96CB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39" y="1447662"/>
            <a:ext cx="5170854" cy="413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87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DD7F6D0-A557-4668-BE6B-9BFEAAB65376}"/>
              </a:ext>
            </a:extLst>
          </p:cNvPr>
          <p:cNvSpPr/>
          <p:nvPr/>
        </p:nvSpPr>
        <p:spPr>
          <a:xfrm>
            <a:off x="3562292" y="1423485"/>
            <a:ext cx="540724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웹 데이터를 가져오는 </a:t>
            </a:r>
            <a:r>
              <a:rPr lang="en-US" altLang="ko-KR"/>
              <a:t>Beautiful Soup </a:t>
            </a:r>
            <a:r>
              <a:rPr lang="ko-KR" altLang="en-US"/>
              <a:t>익히기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FontTx/>
              <a:buAutoNum type="arabicPeriod"/>
            </a:pPr>
            <a:r>
              <a:rPr lang="ko-KR" altLang="en-US"/>
              <a:t>크롬 개발자 도구를 이용해서 원하는 태그 찾기</a:t>
            </a:r>
            <a:endParaRPr lang="en-US" altLang="ko-KR"/>
          </a:p>
          <a:p>
            <a:pPr marL="342900" indent="-342900">
              <a:buAutoNum type="arabicPeriod"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7F7758-9702-498E-A065-85E523357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662" y="2771076"/>
            <a:ext cx="69246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19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9E7E1F-B4DE-470F-85C3-FB89F3A8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83" y="468196"/>
            <a:ext cx="5558417" cy="296080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B130CE0-1968-44D4-A227-8B0AEC237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615" y="468196"/>
            <a:ext cx="4514601" cy="592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33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640662B-A4EF-4231-8871-980751BBF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57" y="1036750"/>
            <a:ext cx="5667375" cy="51054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DC820E1-0EBC-4884-B835-4506C9194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269" y="1036750"/>
            <a:ext cx="566737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359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033BCDA-5E88-417F-9C98-0A8099982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65" y="1154016"/>
            <a:ext cx="5667375" cy="44386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1FDB21A-5BF0-48F8-AD68-C7DE7D609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62" y="1154016"/>
            <a:ext cx="564832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28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8279DA2-64EE-4704-A57D-14489D8A7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5" y="1371600"/>
            <a:ext cx="5667375" cy="41148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2F15392-3F9F-4CE4-A098-B8DB5EFC0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949" y="1371600"/>
            <a:ext cx="5743575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685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7711518-F9CD-47AA-9B0A-091DBE87B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34" y="1238250"/>
            <a:ext cx="5810250" cy="43815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9A1535D-3CF2-413E-8126-0BE98BEB8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91" y="1238250"/>
            <a:ext cx="4392889" cy="43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85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D630B24-690D-4863-8E2B-3F4278B24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83" y="445971"/>
            <a:ext cx="5574444" cy="54578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932A700-EC10-4875-95BB-8AE8D4D4E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375" y="445971"/>
            <a:ext cx="5517957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5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1F88217-3C1F-4640-BC1A-4637686E6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916" y="4910717"/>
            <a:ext cx="10010775" cy="10953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8788A19-45AA-48B2-81B7-921896262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16" y="851908"/>
            <a:ext cx="5546655" cy="256553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F258569-CA47-494B-BCCE-AB222F9AB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584" y="851908"/>
            <a:ext cx="47625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7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1AA1F70-AE59-4EA4-AD27-FEACFBF66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76" y="762662"/>
            <a:ext cx="4943475" cy="355282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AA26F29-6271-4AE0-9553-E7A40A3FB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249" y="762662"/>
            <a:ext cx="6238875" cy="42672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0C1C7F6-CFAA-4A19-9439-901CDA962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0249" y="5494351"/>
            <a:ext cx="6238874" cy="60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353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F9E579-99FD-41C1-B200-80A5C653F220}"/>
              </a:ext>
            </a:extLst>
          </p:cNvPr>
          <p:cNvSpPr/>
          <p:nvPr/>
        </p:nvSpPr>
        <p:spPr>
          <a:xfrm>
            <a:off x="5332417" y="790955"/>
            <a:ext cx="6482865" cy="5509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600"/>
              <a:t>3. </a:t>
            </a:r>
            <a:r>
              <a:rPr lang="ko-KR" altLang="en-US" sz="1600"/>
              <a:t>시카고 샌드위치 맛집 소개 사이트에 접근하기</a:t>
            </a:r>
            <a:endParaRPr lang="en-US" altLang="ko-KR" sz="1600"/>
          </a:p>
          <a:p>
            <a:endParaRPr lang="en-US" altLang="ko-KR" sz="1600"/>
          </a:p>
          <a:p>
            <a:r>
              <a:rPr lang="en-US" altLang="ko-KR" sz="1600"/>
              <a:t>4. </a:t>
            </a:r>
            <a:r>
              <a:rPr lang="ko-KR" altLang="en-US" sz="1600"/>
              <a:t>접근한 웹 페이지에서 원하는 데이터 추출하고 정리하기</a:t>
            </a:r>
            <a:endParaRPr lang="en-US" altLang="ko-KR" sz="1600"/>
          </a:p>
          <a:p>
            <a:endParaRPr lang="en-US" altLang="ko-KR" sz="1600"/>
          </a:p>
          <a:p>
            <a:r>
              <a:rPr lang="en-US" altLang="ko-KR" sz="1600"/>
              <a:t>5. </a:t>
            </a:r>
            <a:r>
              <a:rPr lang="ko-KR" altLang="en-US" sz="1600"/>
              <a:t>다수의 웹 페이지에 자동으로 접근해서 원하는 정보 정리하기</a:t>
            </a:r>
            <a:endParaRPr lang="en-US" altLang="ko-KR" sz="1600"/>
          </a:p>
          <a:p>
            <a:endParaRPr lang="en-US" altLang="ko-KR" sz="1600"/>
          </a:p>
          <a:p>
            <a:r>
              <a:rPr lang="en-US" altLang="ko-KR" sz="1600"/>
              <a:t>6. Jupyter</a:t>
            </a:r>
            <a:r>
              <a:rPr lang="ko-KR" altLang="en-US" sz="1600"/>
              <a:t> </a:t>
            </a:r>
            <a:r>
              <a:rPr lang="en-US" altLang="ko-KR" sz="1600"/>
              <a:t>NoteBook</a:t>
            </a:r>
            <a:r>
              <a:rPr lang="ko-KR" altLang="en-US" sz="1600"/>
              <a:t>에서 상태 진행바를 쉽게 만들어주는 </a:t>
            </a:r>
            <a:r>
              <a:rPr lang="en-US" altLang="ko-KR" sz="1600"/>
              <a:t>tqdm</a:t>
            </a:r>
            <a:r>
              <a:rPr lang="ko-KR" altLang="en-US" sz="1600"/>
              <a:t>모듈</a:t>
            </a:r>
          </a:p>
          <a:p>
            <a:endParaRPr lang="en-US" altLang="ko-KR" sz="1600"/>
          </a:p>
          <a:p>
            <a:r>
              <a:rPr lang="en-US" altLang="ko-KR" sz="1600"/>
              <a:t>7. </a:t>
            </a:r>
            <a:r>
              <a:rPr lang="ko-KR" altLang="en-US" sz="1600"/>
              <a:t>상태 진행바까지 적용하고 다시 샌드위치 페이지 </a:t>
            </a:r>
            <a:r>
              <a:rPr lang="en-US" altLang="ko-KR" sz="1600"/>
              <a:t>50</a:t>
            </a:r>
            <a:r>
              <a:rPr lang="ko-KR" altLang="en-US" sz="1600"/>
              <a:t>개에 접근하기</a:t>
            </a:r>
          </a:p>
          <a:p>
            <a:endParaRPr lang="en-US" altLang="ko-KR" sz="1600"/>
          </a:p>
          <a:p>
            <a:r>
              <a:rPr lang="en-US" altLang="ko-KR" sz="1600"/>
              <a:t>8. 50</a:t>
            </a:r>
            <a:r>
              <a:rPr lang="ko-KR" altLang="en-US" sz="1600"/>
              <a:t>개 웹 페이지에 대한 정보 가져오기</a:t>
            </a:r>
          </a:p>
          <a:p>
            <a:endParaRPr lang="en-US" altLang="ko-KR" sz="1600"/>
          </a:p>
          <a:p>
            <a:r>
              <a:rPr lang="en-US" altLang="ko-KR" sz="1600"/>
              <a:t>9. </a:t>
            </a:r>
            <a:r>
              <a:rPr lang="ko-KR" altLang="en-US" sz="1600"/>
              <a:t>맛집 위치를 지도에 표기하기</a:t>
            </a:r>
            <a:endParaRPr lang="en-US" altLang="ko-KR" sz="1600"/>
          </a:p>
          <a:p>
            <a:endParaRPr lang="en-US" altLang="ko-KR" sz="1600"/>
          </a:p>
          <a:p>
            <a:endParaRPr lang="en-US" altLang="ko-KR" sz="1600"/>
          </a:p>
          <a:p>
            <a:endParaRPr lang="en-US" altLang="ko-KR" sz="1600"/>
          </a:p>
          <a:p>
            <a:endParaRPr lang="en-US" altLang="ko-KR" sz="1600"/>
          </a:p>
          <a:p>
            <a:endParaRPr lang="en-US" altLang="ko-KR" sz="1600"/>
          </a:p>
          <a:p>
            <a:endParaRPr lang="en-US" altLang="ko-KR" sz="1600"/>
          </a:p>
          <a:p>
            <a:endParaRPr lang="en-US" altLang="ko-KR" sz="1600"/>
          </a:p>
          <a:p>
            <a:endParaRPr lang="en-US" altLang="ko-KR" sz="1600"/>
          </a:p>
          <a:p>
            <a:r>
              <a:rPr lang="en-US" altLang="ko-KR" sz="1400"/>
              <a:t>&lt;&lt; </a:t>
            </a:r>
            <a:r>
              <a:rPr lang="ko-KR" altLang="en-US" sz="1400"/>
              <a:t>시카고 최고의 샌드위치 </a:t>
            </a:r>
            <a:r>
              <a:rPr lang="en-US" altLang="ko-KR" sz="1400"/>
              <a:t>50</a:t>
            </a:r>
            <a:r>
              <a:rPr lang="ko-KR" altLang="en-US" sz="1400"/>
              <a:t>곳 중 상위 </a:t>
            </a:r>
            <a:r>
              <a:rPr lang="en-US" altLang="ko-KR" sz="1400"/>
              <a:t>10</a:t>
            </a:r>
            <a:r>
              <a:rPr lang="ko-KR" altLang="en-US" sz="1400"/>
              <a:t>개의 맛집 리스트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DEBA16-A05C-4F90-838D-69EB78662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18" y="668963"/>
            <a:ext cx="4571975" cy="575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74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666CC67-ED58-4CB8-8864-FA199A675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460" y="270344"/>
            <a:ext cx="9945079" cy="613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813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DE9D74-5E9F-48E9-A471-58F3F085C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124694"/>
            <a:ext cx="9991725" cy="395287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674DE9E-4627-41C4-BC08-137A6BC8B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137" y="4171081"/>
            <a:ext cx="997267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671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339A210-F053-4B52-9BE1-9707137E7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38" y="1214431"/>
            <a:ext cx="4143375" cy="44291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9391C59-C13D-4242-B95F-1823C5B39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287" y="1214431"/>
            <a:ext cx="5857875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30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4428F0C-12CE-4263-81F0-061FCE14F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71" y="1238249"/>
            <a:ext cx="4848225" cy="465772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B166088-5D5F-4215-9CF5-642798B7F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004" y="1238249"/>
            <a:ext cx="58388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072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D6D773E-B26A-47E9-86E1-41C8288F8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942975"/>
            <a:ext cx="85248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28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A7CDFF2-1065-4887-AADF-67EC90FC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7" y="400050"/>
            <a:ext cx="6715125" cy="605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69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B37D1BF-32F3-4983-9F26-F88B823BE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0" y="733425"/>
            <a:ext cx="7543800" cy="539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45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FAB5B38-E6A0-4EF4-A05A-928C7C1B4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687" y="319087"/>
            <a:ext cx="8048625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44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39C22E2-F469-4B4E-8728-1660A9D73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525" y="371475"/>
            <a:ext cx="836295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C62DB6-0DB6-47A3-B75B-799540E38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791" y="168546"/>
            <a:ext cx="7116417" cy="652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38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F0B6943-E928-45AA-A429-56A037F77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262055"/>
            <a:ext cx="5067300" cy="39147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EC12003-E305-4938-8169-8435A4AD3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62055"/>
            <a:ext cx="5514975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86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1303756-36C8-412E-97E7-69A5B39A6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41" y="1375826"/>
            <a:ext cx="5381623" cy="438091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9AD3B93-DD84-4EC7-8142-B97984287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136" y="1375826"/>
            <a:ext cx="5381623" cy="438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8B9E9D-0E61-470E-BA7A-711AC5E5C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381125"/>
            <a:ext cx="716280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458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3205341-A6E7-46F6-8610-067D2258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415" y="385597"/>
            <a:ext cx="7973169" cy="608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774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5DB3CEA-5241-4D70-93C6-4099C0E9B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415" y="385596"/>
            <a:ext cx="7973168" cy="608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74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65D711A-03BA-470E-B43F-779CDECAB318}"/>
              </a:ext>
            </a:extLst>
          </p:cNvPr>
          <p:cNvSpPr/>
          <p:nvPr/>
        </p:nvSpPr>
        <p:spPr>
          <a:xfrm>
            <a:off x="6322947" y="2894477"/>
            <a:ext cx="5759910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10. </a:t>
            </a:r>
            <a:r>
              <a:rPr lang="ko-KR" altLang="en-US"/>
              <a:t>네이버 영화 평점 기준 영화의 평점 변화 확인하기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11. </a:t>
            </a:r>
            <a:r>
              <a:rPr lang="ko-KR" altLang="en-US"/>
              <a:t>영화별 날짜 변화에 따른 평점 변화 확인하기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sz="1400"/>
              <a:t>&lt;&lt; 2019.10.12 </a:t>
            </a:r>
            <a:r>
              <a:rPr lang="ko-KR" altLang="en-US" sz="1400"/>
              <a:t>네이버 영화 랭킹 중 상위 </a:t>
            </a:r>
            <a:r>
              <a:rPr lang="en-US" altLang="ko-KR" sz="1400"/>
              <a:t>30</a:t>
            </a:r>
            <a:r>
              <a:rPr lang="ko-KR" altLang="en-US" sz="1400"/>
              <a:t>위의 영화 리스트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5DA7E0-BF90-4BA5-8051-DD856668A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35" y="0"/>
            <a:ext cx="60516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282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6DBEB79-62B5-4540-B9D2-DC4BB404A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752" y="190831"/>
            <a:ext cx="6268495" cy="647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531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0D3A850-EBC9-47FC-94AA-2F620A712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7" y="719137"/>
            <a:ext cx="7019925" cy="541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23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67BBEBA-DB91-447B-A311-63A04D18E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325" y="595312"/>
            <a:ext cx="546735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23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0DF6DC-D290-4228-B3CF-72E32E3D0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437" y="107343"/>
            <a:ext cx="5953125" cy="421754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CC854C0-71B6-432D-97D2-DA9FA018E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437" y="4447471"/>
            <a:ext cx="5953125" cy="223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3143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A2639C7-6593-45CF-85C0-23464B3BC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249" y="218858"/>
            <a:ext cx="6619502" cy="642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03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FC194753-94C1-441C-ABF4-18EEAD753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272" y="1604962"/>
            <a:ext cx="4810125" cy="364807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3A5D6CD-DCAA-4A35-A693-0A9BE2C0A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724" y="1604962"/>
            <a:ext cx="48101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20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936111E-8FED-4726-8747-A0B0DA23D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18" y="1604961"/>
            <a:ext cx="5042729" cy="37242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B81EC04-AEDB-417F-A24F-F74289888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4960"/>
            <a:ext cx="5423162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3917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FFE4C3E-7151-45B2-A17C-2CF68A0E0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2194020"/>
            <a:ext cx="5438775" cy="3733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7E1E89-A41D-482B-8A41-4444720CF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94020"/>
            <a:ext cx="576262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9138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D0A37D2-EE77-4804-A434-EB634F0AE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87" y="1042987"/>
            <a:ext cx="100298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16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4C473C8-7FC9-4DD5-9DD6-25A927D61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895350"/>
            <a:ext cx="100012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334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9B8D5BBB-2B15-4650-8F76-43CB610F7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283" y="212914"/>
            <a:ext cx="9391434" cy="643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139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723DFCB-040C-4C65-AE94-798581217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425" y="197358"/>
            <a:ext cx="5362575" cy="40005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8B959EEC-0179-4DB2-B15F-E0BC3C4C694B}"/>
              </a:ext>
            </a:extLst>
          </p:cNvPr>
          <p:cNvSpPr/>
          <p:nvPr/>
        </p:nvSpPr>
        <p:spPr>
          <a:xfrm>
            <a:off x="1339779" y="2100072"/>
            <a:ext cx="7374851" cy="3897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/>
              <a:t>12. </a:t>
            </a:r>
            <a:r>
              <a:rPr lang="ko-KR" altLang="en-US" sz="2400"/>
              <a:t>소감</a:t>
            </a:r>
            <a:endParaRPr lang="en-US" altLang="ko-KR" sz="2400"/>
          </a:p>
          <a:p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400"/>
              <a:t>이번 과제에서는 </a:t>
            </a:r>
            <a:r>
              <a:rPr lang="en-US" altLang="ko-KR" sz="1400"/>
              <a:t>html </a:t>
            </a:r>
            <a:r>
              <a:rPr lang="ko-KR" altLang="en-US" sz="1400"/>
              <a:t>언어의 해석과 웹 크롤링</a:t>
            </a:r>
            <a:r>
              <a:rPr lang="en-US" altLang="ko-KR" sz="1400"/>
              <a:t>/</a:t>
            </a:r>
            <a:r>
              <a:rPr lang="ko-KR" altLang="en-US" sz="1400"/>
              <a:t>스크래핑에 대해서 조금 알게 되었습니다</a:t>
            </a:r>
            <a:r>
              <a:rPr lang="en-US" altLang="ko-KR" sz="14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/>
              <a:t>지금까지는 인터넷 검색을 하다가 가끔 </a:t>
            </a:r>
            <a:r>
              <a:rPr lang="en-US" altLang="ko-KR" sz="1400"/>
              <a:t>F12</a:t>
            </a:r>
            <a:r>
              <a:rPr lang="ko-KR" altLang="en-US" sz="1400"/>
              <a:t>키를 잘못 눌렀을 때</a:t>
            </a:r>
            <a:r>
              <a:rPr lang="en-US" altLang="ko-KR" sz="1400"/>
              <a:t> html</a:t>
            </a:r>
            <a:r>
              <a:rPr lang="ko-KR" altLang="en-US" sz="1400"/>
              <a:t>언어가 나오면</a:t>
            </a: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잘못 눌렀다고 짜증내면서 끄기 바빴는데 이번엔 컴퓨터를 만지게 된 이래 처음으로</a:t>
            </a: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과제 덕분에</a:t>
            </a:r>
            <a:r>
              <a:rPr lang="en-US" altLang="ko-KR" sz="1400"/>
              <a:t>.. HTML</a:t>
            </a:r>
            <a:r>
              <a:rPr lang="ko-KR" altLang="en-US" sz="1400"/>
              <a:t>언어에 관심을 가지고 구조를 살펴보게 되었습니다</a:t>
            </a:r>
            <a:r>
              <a:rPr lang="en-US" altLang="ko-KR" sz="14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/>
              <a:t>특히 이번 과제 </a:t>
            </a:r>
            <a:r>
              <a:rPr lang="en-US" altLang="ko-KR" sz="1400"/>
              <a:t>3-10, 11</a:t>
            </a:r>
            <a:r>
              <a:rPr lang="ko-KR" altLang="en-US" sz="1400"/>
              <a:t>에서 올해 영화 리스트에 대해 정보를 가지고 있는 링크에서 </a:t>
            </a: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웹 크롤링</a:t>
            </a:r>
            <a:r>
              <a:rPr lang="en-US" altLang="ko-KR" sz="1400"/>
              <a:t>/</a:t>
            </a:r>
            <a:r>
              <a:rPr lang="ko-KR" altLang="en-US" sz="1400"/>
              <a:t>스크래핑 해온 데이터를 분석할 수 있어서 재미있었습니다</a:t>
            </a:r>
            <a:r>
              <a:rPr lang="en-US" altLang="ko-KR" sz="1400"/>
              <a:t>.</a:t>
            </a:r>
          </a:p>
          <a:p>
            <a:pPr>
              <a:lnSpc>
                <a:spcPct val="150000"/>
              </a:lnSpc>
            </a:pP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아쉬웠던 점은 책에 명령어를 왜 사용하는지 설명이 잘 되어있지 않았습니다</a:t>
            </a:r>
            <a:r>
              <a:rPr lang="en-US" altLang="ko-KR" sz="14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400"/>
              <a:t>인터넷에 검색해보면 대부분 나오지만 책처럼 두리뭉실하게 설명된 부분이 많아서</a:t>
            </a:r>
            <a:endParaRPr lang="en-US" altLang="ko-KR" sz="1400"/>
          </a:p>
          <a:p>
            <a:pPr>
              <a:lnSpc>
                <a:spcPct val="150000"/>
              </a:lnSpc>
            </a:pPr>
            <a:r>
              <a:rPr lang="ko-KR" altLang="en-US" sz="1400"/>
              <a:t>변수나 상수를 바꿔가며 이해하는데 시간이 많이 걸렸습니다</a:t>
            </a:r>
            <a:r>
              <a:rPr lang="en-US" altLang="ko-KR" sz="1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6514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324</Words>
  <Application>Microsoft Office PowerPoint</Application>
  <PresentationFormat>와이드스크린</PresentationFormat>
  <Paragraphs>75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명회 구</dc:creator>
  <cp:lastModifiedBy>명회 구</cp:lastModifiedBy>
  <cp:revision>52</cp:revision>
  <dcterms:created xsi:type="dcterms:W3CDTF">2019-10-13T10:00:01Z</dcterms:created>
  <dcterms:modified xsi:type="dcterms:W3CDTF">2019-10-13T13:15:13Z</dcterms:modified>
</cp:coreProperties>
</file>