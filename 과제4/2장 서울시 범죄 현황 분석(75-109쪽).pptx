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308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315" r:id="rId16"/>
    <p:sldId id="316" r:id="rId17"/>
    <p:sldId id="317" r:id="rId18"/>
    <p:sldId id="318" r:id="rId19"/>
    <p:sldId id="261" r:id="rId20"/>
    <p:sldId id="320" r:id="rId21"/>
    <p:sldId id="319" r:id="rId22"/>
    <p:sldId id="271" r:id="rId23"/>
    <p:sldId id="276" r:id="rId24"/>
    <p:sldId id="311" r:id="rId25"/>
    <p:sldId id="309" r:id="rId26"/>
    <p:sldId id="310" r:id="rId27"/>
    <p:sldId id="312" r:id="rId28"/>
    <p:sldId id="313" r:id="rId29"/>
    <p:sldId id="314" r:id="rId30"/>
    <p:sldId id="278" r:id="rId31"/>
    <p:sldId id="277" r:id="rId32"/>
    <p:sldId id="279" r:id="rId33"/>
    <p:sldId id="280" r:id="rId34"/>
    <p:sldId id="281" r:id="rId35"/>
    <p:sldId id="282" r:id="rId36"/>
    <p:sldId id="283" r:id="rId37"/>
    <p:sldId id="262" r:id="rId38"/>
    <p:sldId id="285" r:id="rId39"/>
    <p:sldId id="286" r:id="rId40"/>
    <p:sldId id="287" r:id="rId41"/>
    <p:sldId id="284" r:id="rId42"/>
    <p:sldId id="288" r:id="rId43"/>
    <p:sldId id="289" r:id="rId44"/>
    <p:sldId id="290" r:id="rId45"/>
    <p:sldId id="291" r:id="rId46"/>
    <p:sldId id="295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1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F3AD3-378E-49C7-8A80-4270D3C11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8D2765-566E-4F97-970F-DF0B6F723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1D841F-A604-4DE3-AFE3-748290D6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97810-5EB3-433F-86FB-EB21903D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AE5277-DC31-4700-A6B0-B98BC3E6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39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385F3-CF2E-4370-A845-900D0248D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BC54C-C018-4407-911D-B01B65769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B44E4-9D99-4649-9637-24E38013E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42ED3F-35DE-4D5B-B186-E74515E4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02158-856C-472F-9A4F-F8B4F897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94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C4BA4-E6EE-4B7C-944D-137983F0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FAF527-A974-4933-ACE3-0F5B47984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9FC36A-1623-4851-AC37-C091435C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DE618-CAE7-4C1C-B7CE-647E8B97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1EE9FC-88D5-4FE7-9752-FF056454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24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92FBB-6248-4AF2-B5ED-129AB996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9CDC5-556A-461B-B0F5-35AE166FD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21B0B6-1EFE-417B-9D47-637D70C01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89AA8-C7DA-485A-A51E-92552FD2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2035BB-256E-41B1-81A2-9134ACE2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30D384-254A-4C9C-A636-A2C2C437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862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ED3D4-709A-4756-98AB-F54C4377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257CF2-92A3-47EE-A349-202707BA9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D3D97D-F9FA-4E7F-8C17-F197C1334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E1A9C0-419E-404A-B21E-693A6CAE3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FBE084-5820-46C3-BB1F-281B1842B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F00039-8A3C-4941-BE44-8EFCAF82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F66FBB-A566-4D28-99F2-7BABEA26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8004A1-3E5A-45D6-AD63-9C361EF0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86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1DEA8-D5C4-4903-B10F-554086AF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853C29-E10D-4F40-8DBA-B4E6EA9D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3FEF8D-06CE-495C-B64D-3AE90FE1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496E9C-AE83-4C39-9FD4-F3279BEF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A80BA7-BD1C-4860-9A1B-9B2A1AB3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A0D63D-3DC2-4207-969B-7E67398CD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4D588-41EB-4109-AB60-83DA1690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57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9DA70-7989-41EB-BA92-1DDAE7D3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AD9D3-4907-4E12-874C-636A3D6EF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1882FE-CB42-49EE-AA6E-770F294C8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BCEF48-46DD-4B07-9D7A-9CEA63C7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4D226B-0A34-4814-8C82-780B1859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DD3B4D-2142-459F-8B87-5B0F9F77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65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AC304-BE0B-4A64-A90F-82F4135F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2497E1-C23B-44F5-B0FE-504AFE6E3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732919-31E8-4488-A40F-19F883958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ADC048-B91D-4655-AF58-7EF3D2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AA87EE-D943-4295-954B-706B6550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EE9F61-9D34-407B-87FB-4B4D1B2B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62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B4299-ED5C-4C22-A930-75717A76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252D77-672E-4C99-9E6C-19D663D6C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5A0698-D2B0-4B8C-ACDF-1D9BA40F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3ADDC8-A778-40D6-8EF3-CC7007095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BBF340-7A95-4C0F-8702-0F130755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86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5800E1-7E9C-4290-9BE4-E4318A702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D33852-B050-4BCA-B2B2-F764AE557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F6BC6-813C-420D-BF11-DEAAB22A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C6E146-5EBE-41DD-9A9F-98E5BAED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99C1E4-94BC-4D04-B1CC-F142FFBD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24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5D0B69-3A08-424C-834D-65D1AE9B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6F3032-25C5-4D33-9890-5908C4A5A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3E1F3-40D4-4052-9975-C7A1B5F1C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F51AE-60AD-43FE-947A-31D17BA56E06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B98A58-2D2F-439D-8F01-866045A95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648AFB-A14B-4BF0-8A60-F770DA0F7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9E7AB-7A46-48B7-87AD-56CCCCBAC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6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922B59E-110B-4A0D-912D-B71558AA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15" y="2529756"/>
            <a:ext cx="5157089" cy="41674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72128D-4187-46CE-80FE-9360E5FF155E}"/>
              </a:ext>
            </a:extLst>
          </p:cNvPr>
          <p:cNvSpPr txBox="1"/>
          <p:nvPr/>
        </p:nvSpPr>
        <p:spPr>
          <a:xfrm>
            <a:off x="774700" y="1895927"/>
            <a:ext cx="110937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Pandas</a:t>
            </a:r>
            <a:r>
              <a:rPr lang="ko-KR" altLang="en-US"/>
              <a:t>를 이용하여 데이터 정리하기</a:t>
            </a:r>
            <a:r>
              <a:rPr lang="en-US" altLang="ko-KR"/>
              <a:t>						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Google Maps </a:t>
            </a:r>
            <a:r>
              <a:rPr lang="ko-KR" altLang="en-US"/>
              <a:t>이용하여 지도 활용하기 </a:t>
            </a:r>
            <a:r>
              <a:rPr lang="en-US" altLang="ko-KR"/>
              <a:t>(x)					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Pivot_table</a:t>
            </a:r>
            <a:r>
              <a:rPr lang="ko-KR" altLang="en-US"/>
              <a:t>을 이용한 데이터 정리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Seaborn</a:t>
            </a:r>
            <a:r>
              <a:rPr lang="ko-KR" altLang="en-US"/>
              <a:t>을 이용한 시각화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범죄데이터 시각화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Folium</a:t>
            </a:r>
            <a:r>
              <a:rPr lang="ko-KR" altLang="en-US"/>
              <a:t>을 이용한 지도 시각화 </a:t>
            </a:r>
            <a:r>
              <a:rPr lang="en-US" altLang="ko-KR"/>
              <a:t>(x)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범죄율에 대한 지도 시각화 </a:t>
            </a:r>
            <a:r>
              <a:rPr lang="en-US" altLang="ko-KR"/>
              <a:t>(x)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경찰서별 검거율과 구별 범죄율 시각화 </a:t>
            </a:r>
            <a:r>
              <a:rPr lang="en-US" altLang="ko-KR"/>
              <a:t>(x)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소감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1BB4C-EFF1-458B-9AC8-9816124BD523}"/>
              </a:ext>
            </a:extLst>
          </p:cNvPr>
          <p:cNvSpPr txBox="1"/>
          <p:nvPr/>
        </p:nvSpPr>
        <p:spPr>
          <a:xfrm>
            <a:off x="774700" y="800100"/>
            <a:ext cx="9770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2</a:t>
            </a:r>
            <a:r>
              <a:rPr lang="ko-KR" altLang="en-US" sz="4400"/>
              <a:t>장 서울시 범죄 현황 분석</a:t>
            </a:r>
            <a:r>
              <a:rPr lang="en-US" altLang="ko-KR" sz="4400"/>
              <a:t>(75-109</a:t>
            </a:r>
            <a:r>
              <a:rPr lang="ko-KR" altLang="en-US" sz="4400"/>
              <a:t>쪽</a:t>
            </a:r>
            <a:r>
              <a:rPr lang="en-US" altLang="ko-KR" sz="4400"/>
              <a:t>)</a:t>
            </a:r>
            <a:endParaRPr lang="ko-KR" altLang="en-US" sz="4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0B961F-C9BC-4668-B1DA-E00C442A5BCC}"/>
              </a:ext>
            </a:extLst>
          </p:cNvPr>
          <p:cNvSpPr/>
          <p:nvPr/>
        </p:nvSpPr>
        <p:spPr>
          <a:xfrm>
            <a:off x="9289859" y="1751177"/>
            <a:ext cx="2327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이름 </a:t>
            </a:r>
            <a:r>
              <a:rPr lang="en-US" altLang="ko-KR"/>
              <a:t>: </a:t>
            </a:r>
            <a:r>
              <a:rPr lang="ko-KR" altLang="en-US"/>
              <a:t>구명회</a:t>
            </a:r>
            <a:endParaRPr lang="en-US" altLang="ko-KR"/>
          </a:p>
          <a:p>
            <a:r>
              <a:rPr lang="ko-KR" altLang="en-US"/>
              <a:t>학번 </a:t>
            </a:r>
            <a:r>
              <a:rPr lang="en-US" altLang="ko-KR"/>
              <a:t>: 20154215</a:t>
            </a:r>
          </a:p>
          <a:p>
            <a:r>
              <a:rPr lang="ko-KR" altLang="en-US"/>
              <a:t>학과 </a:t>
            </a:r>
            <a:r>
              <a:rPr lang="en-US" altLang="ko-KR"/>
              <a:t>: </a:t>
            </a:r>
            <a:r>
              <a:rPr lang="ko-KR" altLang="en-US"/>
              <a:t>컴퓨터 공학과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487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3FDBA1D-EA2F-4A16-9751-DE87E3246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843EC61-5023-41E2-8A39-9FD26228474A}"/>
              </a:ext>
            </a:extLst>
          </p:cNvPr>
          <p:cNvSpPr/>
          <p:nvPr/>
        </p:nvSpPr>
        <p:spPr>
          <a:xfrm>
            <a:off x="3955029" y="3244334"/>
            <a:ext cx="5534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/>
              <a:t>1. Pandas</a:t>
            </a:r>
            <a:r>
              <a:rPr lang="ko-KR" altLang="en-US" sz="2400"/>
              <a:t>를 이용하여 데이터 정리하기</a:t>
            </a:r>
            <a:endParaRPr lang="en-US" altLang="ko-KR" sz="2400"/>
          </a:p>
        </p:txBody>
      </p:sp>
    </p:spTree>
    <p:extLst>
      <p:ext uri="{BB962C8B-B14F-4D97-AF65-F5344CB8AC3E}">
        <p14:creationId xmlns:p14="http://schemas.microsoft.com/office/powerpoint/2010/main" val="108362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4DB9E4-BD17-4AEC-826F-FFA3DB48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68" y="1024128"/>
            <a:ext cx="10775716" cy="501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1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69CCAC4-5D3A-49B3-98DB-B48DD9EEA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E043B67-FEBD-4A33-A73D-EA0CC531966B}"/>
              </a:ext>
            </a:extLst>
          </p:cNvPr>
          <p:cNvSpPr/>
          <p:nvPr/>
        </p:nvSpPr>
        <p:spPr>
          <a:xfrm>
            <a:off x="3157524" y="2921168"/>
            <a:ext cx="5816016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/>
              <a:t>2. Google Maps </a:t>
            </a:r>
            <a:r>
              <a:rPr lang="ko-KR" altLang="en-US" sz="2400"/>
              <a:t>이용하여 지도 활용하기</a:t>
            </a:r>
            <a:endParaRPr lang="en-US" altLang="ko-KR" sz="2400"/>
          </a:p>
          <a:p>
            <a:endParaRPr lang="en-US" altLang="ko-KR"/>
          </a:p>
          <a:p>
            <a:r>
              <a:rPr lang="ko-KR" altLang="en-US" sz="1600"/>
              <a:t>주말에 따로 </a:t>
            </a:r>
            <a:r>
              <a:rPr lang="en-US" altLang="ko-KR" sz="1600"/>
              <a:t>api </a:t>
            </a:r>
            <a:r>
              <a:rPr lang="ko-KR" altLang="en-US" sz="1600"/>
              <a:t>받아서 실습해보고 </a:t>
            </a:r>
            <a:r>
              <a:rPr lang="en-US" altLang="ko-KR" sz="1600"/>
              <a:t>ppt</a:t>
            </a:r>
            <a:r>
              <a:rPr lang="ko-KR" altLang="en-US" sz="1600"/>
              <a:t>에 추가하겠습니다</a:t>
            </a:r>
            <a:r>
              <a:rPr lang="en-US" altLang="ko-KR" sz="160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5065B44-1960-4D03-BED9-32BC3C35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648" y="1297194"/>
            <a:ext cx="4340352" cy="494636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B5E2574-9FC8-4091-A8ED-EBA704A48EAE}"/>
              </a:ext>
            </a:extLst>
          </p:cNvPr>
          <p:cNvSpPr/>
          <p:nvPr/>
        </p:nvSpPr>
        <p:spPr>
          <a:xfrm>
            <a:off x="3512344" y="2637151"/>
            <a:ext cx="5167312" cy="1583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3. Pivot_table</a:t>
            </a:r>
            <a:r>
              <a:rPr lang="ko-KR" altLang="en-US" sz="2400"/>
              <a:t>을 이용한 데이터 정리</a:t>
            </a:r>
            <a:endParaRPr lang="en-US" altLang="ko-KR" sz="2400"/>
          </a:p>
          <a:p>
            <a:endParaRPr lang="en-US" altLang="ko-KR"/>
          </a:p>
          <a:p>
            <a:r>
              <a:rPr lang="en-US" altLang="ko-KR"/>
              <a:t>3-1 Pivot table </a:t>
            </a:r>
            <a:r>
              <a:rPr lang="ko-KR" altLang="en-US"/>
              <a:t>사용해서 데이터 학습하기</a:t>
            </a:r>
            <a:endParaRPr lang="en-US" altLang="ko-KR"/>
          </a:p>
          <a:p>
            <a:r>
              <a:rPr lang="en-US" altLang="ko-KR"/>
              <a:t>3-2 Pivot table </a:t>
            </a:r>
            <a:r>
              <a:rPr lang="ko-KR" altLang="en-US"/>
              <a:t>사용해서 데이터 정리하기</a:t>
            </a:r>
            <a:endParaRPr lang="en-US" altLang="ko-KR"/>
          </a:p>
          <a:p>
            <a:r>
              <a:rPr lang="en-US" altLang="ko-KR"/>
              <a:t>3-3 </a:t>
            </a:r>
            <a:r>
              <a:rPr lang="ko-KR" altLang="en-US"/>
              <a:t>데이터 표현을 위해 다듬기</a:t>
            </a:r>
          </a:p>
        </p:txBody>
      </p:sp>
    </p:spTree>
    <p:extLst>
      <p:ext uri="{BB962C8B-B14F-4D97-AF65-F5344CB8AC3E}">
        <p14:creationId xmlns:p14="http://schemas.microsoft.com/office/powerpoint/2010/main" val="361853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90E4CD3-FB37-42C5-80A7-E5398667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24" y="1968864"/>
            <a:ext cx="10819752" cy="393563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2F2FE5F-BD5D-426B-9E3F-0A3462F6ADE1}"/>
              </a:ext>
            </a:extLst>
          </p:cNvPr>
          <p:cNvSpPr/>
          <p:nvPr/>
        </p:nvSpPr>
        <p:spPr>
          <a:xfrm>
            <a:off x="686124" y="353335"/>
            <a:ext cx="707110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3-1 Pivot table </a:t>
            </a:r>
            <a:r>
              <a:rPr lang="ko-KR" altLang="en-US"/>
              <a:t>사용해서 데이터 학습하기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예제의 </a:t>
            </a:r>
            <a:r>
              <a:rPr lang="en-US" altLang="ko-KR"/>
              <a:t>import</a:t>
            </a:r>
            <a:r>
              <a:rPr lang="ko-KR" altLang="en-US"/>
              <a:t>문을 삭제하고</a:t>
            </a:r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에서 사용한 </a:t>
            </a:r>
            <a:r>
              <a:rPr lang="en-US" altLang="ko-KR"/>
              <a:t>pandas</a:t>
            </a:r>
            <a:r>
              <a:rPr lang="ko-KR" altLang="en-US"/>
              <a:t>와 </a:t>
            </a:r>
            <a:r>
              <a:rPr lang="en-US" altLang="ko-KR"/>
              <a:t>numpy</a:t>
            </a:r>
            <a:r>
              <a:rPr lang="ko-KR" altLang="en-US"/>
              <a:t>모듈 변수를 그대로 사용했습니다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71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8509B1A-A7F4-4D59-A3FF-C70CB911A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" y="435292"/>
            <a:ext cx="6010656" cy="55753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DD74112-A709-4C4C-8A65-62C218CE7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5292"/>
            <a:ext cx="5947501" cy="570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11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FF54C88-491B-43C6-BCA5-85F07E09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" y="182880"/>
            <a:ext cx="5814483" cy="6248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70783F-DBD1-4B88-98EE-45AD732C8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49" y="182880"/>
            <a:ext cx="5814483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5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A2F7F49-E834-4534-AF28-7A09B651E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" y="198120"/>
            <a:ext cx="6071616" cy="64617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683EB5-D254-46AC-947D-A6C7B0AA5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18" y="443484"/>
            <a:ext cx="5223130" cy="597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9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C972893-7225-40B1-9DD3-54131EFF3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64" y="287180"/>
            <a:ext cx="7815072" cy="62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6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164ABCD-6725-4553-90BE-6AB3C0A81163}"/>
              </a:ext>
            </a:extLst>
          </p:cNvPr>
          <p:cNvSpPr/>
          <p:nvPr/>
        </p:nvSpPr>
        <p:spPr>
          <a:xfrm>
            <a:off x="686124" y="353335"/>
            <a:ext cx="707110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3-2 Pivot table </a:t>
            </a:r>
            <a:r>
              <a:rPr lang="ko-KR" altLang="en-US"/>
              <a:t>사용해서 데이터 정리하기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예제의 </a:t>
            </a:r>
            <a:r>
              <a:rPr lang="en-US" altLang="ko-KR"/>
              <a:t>import</a:t>
            </a:r>
            <a:r>
              <a:rPr lang="ko-KR" altLang="en-US"/>
              <a:t>문을 삭제하고</a:t>
            </a:r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에서 사용한 </a:t>
            </a:r>
            <a:r>
              <a:rPr lang="en-US" altLang="ko-KR"/>
              <a:t>pandas</a:t>
            </a:r>
            <a:r>
              <a:rPr lang="ko-KR" altLang="en-US"/>
              <a:t>와 </a:t>
            </a:r>
            <a:r>
              <a:rPr lang="en-US" altLang="ko-KR"/>
              <a:t>numpy</a:t>
            </a:r>
            <a:r>
              <a:rPr lang="ko-KR" altLang="en-US"/>
              <a:t>모듈 변수를 그대로 사용했습니다</a:t>
            </a:r>
            <a:r>
              <a:rPr lang="en-US" altLang="ko-KR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6BD2CA-DADF-4696-9779-12750492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24" y="1968864"/>
            <a:ext cx="10819752" cy="393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92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5CF31D-488A-4547-BC8C-6D8AE48DA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7" y="948690"/>
            <a:ext cx="10289287" cy="43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9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2C39EA9-BDBA-4E68-A69C-30941ADC9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38" y="441960"/>
            <a:ext cx="10364124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0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FE3FDF3-A2FB-4824-A548-D15DEF3CF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96" y="139915"/>
            <a:ext cx="9131808" cy="657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08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A6912A1-8742-4154-879B-D11840D8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46" y="1102114"/>
            <a:ext cx="10005907" cy="521817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B15E98F-CA56-4935-9226-6FC07D7083D5}"/>
              </a:ext>
            </a:extLst>
          </p:cNvPr>
          <p:cNvSpPr/>
          <p:nvPr/>
        </p:nvSpPr>
        <p:spPr>
          <a:xfrm>
            <a:off x="1093046" y="537710"/>
            <a:ext cx="3398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3-3 </a:t>
            </a:r>
            <a:r>
              <a:rPr lang="ko-KR" altLang="en-US"/>
              <a:t>데이터 표현을 위해 다듬기</a:t>
            </a:r>
          </a:p>
        </p:txBody>
      </p:sp>
    </p:spTree>
    <p:extLst>
      <p:ext uri="{BB962C8B-B14F-4D97-AF65-F5344CB8AC3E}">
        <p14:creationId xmlns:p14="http://schemas.microsoft.com/office/powerpoint/2010/main" val="4113641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3B124A5-EA67-4356-A9EB-F5058251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87" y="1030414"/>
            <a:ext cx="11407825" cy="479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80A7BD-F478-44DC-A4E5-D461E7E0F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7" y="194500"/>
            <a:ext cx="11490333" cy="637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8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FF4DB99-F3F7-4364-B4F4-5C72EAB6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66" y="0"/>
            <a:ext cx="9963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09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1D6A10-1371-4BC7-B7C0-E7FCFC395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2025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6F408AC-52F6-4840-ADA3-E0C96DB40F76}"/>
              </a:ext>
            </a:extLst>
          </p:cNvPr>
          <p:cNvSpPr/>
          <p:nvPr/>
        </p:nvSpPr>
        <p:spPr>
          <a:xfrm>
            <a:off x="4684620" y="3244334"/>
            <a:ext cx="40505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/>
              <a:t>4. Seaborn</a:t>
            </a:r>
            <a:r>
              <a:rPr lang="ko-KR" altLang="en-US" sz="2400"/>
              <a:t>을 이용한 시각화</a:t>
            </a:r>
          </a:p>
        </p:txBody>
      </p:sp>
    </p:spTree>
    <p:extLst>
      <p:ext uri="{BB962C8B-B14F-4D97-AF65-F5344CB8AC3E}">
        <p14:creationId xmlns:p14="http://schemas.microsoft.com/office/powerpoint/2010/main" val="144714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B53F0BD-B90A-4745-B80B-8B97CDDE8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22" y="999361"/>
            <a:ext cx="5709178" cy="43651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D29254-0F3C-4A4F-8301-EBF36929D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769" y="1617152"/>
            <a:ext cx="5220765" cy="312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08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6F16941-E12D-4A42-91C5-B259BC415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830" y="0"/>
            <a:ext cx="4863174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4564EC5-54A0-4A9D-82CD-C0FFABA48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" y="0"/>
            <a:ext cx="4913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93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8D32171-5765-407D-8B6C-E1BE1A56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927544"/>
            <a:ext cx="5690426" cy="449789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792D739-86A9-429D-8217-59A60677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654" y="893183"/>
            <a:ext cx="4748594" cy="453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84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3AF0AFA-971B-4B33-A95B-ACDAD825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1" y="0"/>
            <a:ext cx="4718413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48EF6A-3278-43E3-9D5A-D0A7A75AF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946" y="0"/>
            <a:ext cx="4718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98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217E843-2579-4AFC-8028-3FA0964E8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57" y="630269"/>
            <a:ext cx="11765685" cy="559746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76ABC7F-E84A-472F-AEBD-A5B829D2A1A2}"/>
              </a:ext>
            </a:extLst>
          </p:cNvPr>
          <p:cNvSpPr/>
          <p:nvPr/>
        </p:nvSpPr>
        <p:spPr>
          <a:xfrm>
            <a:off x="6522719" y="4536686"/>
            <a:ext cx="506100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버전이 달라서 발생한 오류입니다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미래의 파이썬 버전에서 지원되지 않을 수 있는</a:t>
            </a:r>
            <a:endParaRPr lang="en-US" altLang="ko-KR"/>
          </a:p>
          <a:p>
            <a:r>
              <a:rPr lang="ko-KR" altLang="en-US"/>
              <a:t>언어를 사용했다고 경고가 출력되었습니다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7396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893C9EB-2E1A-4BFD-A973-E0FCE88B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801" y="751557"/>
            <a:ext cx="5469077" cy="50996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A089A6B-562B-41FD-9939-A2F9AC0C8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21" y="751558"/>
            <a:ext cx="5469079" cy="509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3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4ED096C-B056-4EEA-AB88-4173F91E6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75" y="1576673"/>
            <a:ext cx="8261249" cy="370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66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508A042-A0FF-4112-B1CC-891EA95D2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" y="1564481"/>
            <a:ext cx="5044558" cy="37290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7399104-3C77-45A8-9123-8E53BFAB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46" y="1564481"/>
            <a:ext cx="5044556" cy="372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03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DA7CB46-D30D-413C-907E-FA1CC2AC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710" y="378711"/>
            <a:ext cx="7690580" cy="610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56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24C2BF-2DE7-4C78-AE36-57507094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63" y="1157573"/>
            <a:ext cx="5467206" cy="45428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D17AC5-4660-4F7B-861D-4C35B743A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032" y="1157573"/>
            <a:ext cx="5467206" cy="454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93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21B259-834E-4F6E-BED5-CAB1E516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66" y="794166"/>
            <a:ext cx="6780467" cy="526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38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CF94537-5DA8-458E-8AB2-3DFFC7B5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035" y="0"/>
            <a:ext cx="7707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64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F8B2FA3-157F-4ADC-983E-17AD88E16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98" y="0"/>
            <a:ext cx="8144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05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1C8E410-DBE6-496D-92C5-128191FCF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1" y="1204912"/>
            <a:ext cx="5495925" cy="44481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327EF37-5816-4186-ACCA-28C3C1227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6" y="1204912"/>
            <a:ext cx="55626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85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5E0BDAE-9A26-4957-A20D-E9CF689EE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755" y="1796034"/>
            <a:ext cx="6352489" cy="326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56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26EDD15-71F1-47F0-A838-8D1BC97DB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16407"/>
            <a:ext cx="8168640" cy="642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69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613875C-F5DB-404C-8C2E-A1C6C9A1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46708"/>
            <a:ext cx="8055673" cy="63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9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646E840-0620-4778-9C37-F820B640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AC57A28-9E73-4A9A-A11C-C983A0E363F5}"/>
              </a:ext>
            </a:extLst>
          </p:cNvPr>
          <p:cNvSpPr/>
          <p:nvPr/>
        </p:nvSpPr>
        <p:spPr>
          <a:xfrm>
            <a:off x="4544934" y="3198167"/>
            <a:ext cx="31021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/>
              <a:t>5. </a:t>
            </a:r>
            <a:r>
              <a:rPr lang="ko-KR" altLang="en-US" sz="2400"/>
              <a:t>범죄데이터 시각화</a:t>
            </a:r>
          </a:p>
        </p:txBody>
      </p:sp>
    </p:spTree>
    <p:extLst>
      <p:ext uri="{BB962C8B-B14F-4D97-AF65-F5344CB8AC3E}">
        <p14:creationId xmlns:p14="http://schemas.microsoft.com/office/powerpoint/2010/main" val="3495270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4570EF-9C73-479E-818A-B30E4F43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6" y="573595"/>
            <a:ext cx="11722187" cy="571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7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61329F-67BF-4257-8CD9-7C2A62A21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47" y="359854"/>
            <a:ext cx="9290304" cy="8715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C234B0-651F-47F0-BF92-B1FE506EB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65" y="1231392"/>
            <a:ext cx="6575869" cy="540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228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DEF150-4AE2-4564-9D7E-0770734B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239" y="368141"/>
            <a:ext cx="7063521" cy="6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31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A49D85-77E4-4927-8656-900923A5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116" y="337137"/>
            <a:ext cx="7175768" cy="618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73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6D25000-6C25-4B95-8422-6902F317F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37310"/>
            <a:ext cx="11125200" cy="41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9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05E8FBB-20D1-49EF-8C80-7941596F9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415" y="0"/>
            <a:ext cx="7539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62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38C38AA-69BE-4829-B11C-E2BF6DB9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192" y="0"/>
            <a:ext cx="7595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307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172B1C0-EE5D-4A31-BD70-B9F27A4B7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6" y="2862177"/>
            <a:ext cx="10650988" cy="11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30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B15236-11A3-4492-AF0A-2247571F3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197358"/>
            <a:ext cx="5362575" cy="40005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E66B297-BC71-4AAB-8241-1E4199FC9040}"/>
              </a:ext>
            </a:extLst>
          </p:cNvPr>
          <p:cNvSpPr/>
          <p:nvPr/>
        </p:nvSpPr>
        <p:spPr>
          <a:xfrm>
            <a:off x="1339779" y="2100072"/>
            <a:ext cx="951244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9. </a:t>
            </a:r>
            <a:r>
              <a:rPr lang="ko-KR" altLang="en-US" sz="2400"/>
              <a:t>소감</a:t>
            </a:r>
            <a:endParaRPr lang="en-US" altLang="ko-KR" sz="2400"/>
          </a:p>
          <a:p>
            <a:endParaRPr lang="en-US" altLang="ko-KR" sz="1600"/>
          </a:p>
          <a:p>
            <a:r>
              <a:rPr lang="ko-KR" altLang="en-US" sz="1600"/>
              <a:t>이번 과제는 </a:t>
            </a:r>
            <a:r>
              <a:rPr lang="en-US" altLang="ko-KR" sz="1600"/>
              <a:t>1</a:t>
            </a:r>
            <a:r>
              <a:rPr lang="ko-KR" altLang="en-US" sz="1600"/>
              <a:t>장과 비슷해서 편하게 과제를 할 수 있었습니다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그리고 무엇보다 교수님께서 과제 범위를 줄여주셔서 </a:t>
            </a:r>
            <a:endParaRPr lang="en-US" altLang="ko-KR" sz="1600"/>
          </a:p>
          <a:p>
            <a:r>
              <a:rPr lang="ko-KR" altLang="en-US" sz="1600"/>
              <a:t>예상했던 시간보다 빨리 끝나서 좋았습니다</a:t>
            </a:r>
            <a:r>
              <a:rPr lang="en-US" altLang="ko-KR" sz="1600"/>
              <a:t>. </a:t>
            </a:r>
          </a:p>
          <a:p>
            <a:endParaRPr lang="en-US" altLang="ko-KR" sz="1600"/>
          </a:p>
          <a:p>
            <a:r>
              <a:rPr lang="ko-KR" altLang="en-US" sz="1600"/>
              <a:t>아쉬웠던 점은 빨리 끝냈다곤 하지만</a:t>
            </a:r>
            <a:r>
              <a:rPr lang="en-US" altLang="ko-KR" sz="1600"/>
              <a:t>.. </a:t>
            </a:r>
            <a:r>
              <a:rPr lang="ko-KR" altLang="en-US" sz="1600"/>
              <a:t>역시 시간이 부족해서 구글 맵 이용해서 데이터를 얻는 부분을</a:t>
            </a:r>
            <a:endParaRPr lang="en-US" altLang="ko-KR" sz="1600"/>
          </a:p>
          <a:p>
            <a:r>
              <a:rPr lang="ko-KR" altLang="en-US" sz="1600"/>
              <a:t>넘긴것입니다</a:t>
            </a:r>
            <a:r>
              <a:rPr lang="en-US" altLang="ko-KR" sz="1600"/>
              <a:t>.  </a:t>
            </a:r>
            <a:r>
              <a:rPr lang="ko-KR" altLang="en-US" sz="1600"/>
              <a:t>나중에 만들 기말 프로젝트에 꼭 넣어보고 싶다고 생각했습니다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프로젝트 말하니까 이대로면 살짝 걱정이 되기도 합니다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과제할때는 좀 더 꼼꼼하게 주석달아가면서 공부하는걸 목표로 해야 할 것 같습니다</a:t>
            </a:r>
            <a:r>
              <a:rPr lang="en-US" altLang="ko-KR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31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222</Words>
  <Application>Microsoft Office PowerPoint</Application>
  <PresentationFormat>와이드스크린</PresentationFormat>
  <Paragraphs>57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4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구 명회</dc:creator>
  <cp:lastModifiedBy>구 명회</cp:lastModifiedBy>
  <cp:revision>35</cp:revision>
  <dcterms:created xsi:type="dcterms:W3CDTF">2019-09-24T13:46:44Z</dcterms:created>
  <dcterms:modified xsi:type="dcterms:W3CDTF">2019-09-24T15:35:10Z</dcterms:modified>
</cp:coreProperties>
</file>