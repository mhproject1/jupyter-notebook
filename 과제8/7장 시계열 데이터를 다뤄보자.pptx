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56" r:id="rId3"/>
    <p:sldId id="280" r:id="rId4"/>
    <p:sldId id="281" r:id="rId5"/>
    <p:sldId id="282" r:id="rId6"/>
    <p:sldId id="278" r:id="rId7"/>
    <p:sldId id="285" r:id="rId8"/>
    <p:sldId id="279" r:id="rId9"/>
    <p:sldId id="287" r:id="rId10"/>
    <p:sldId id="288" r:id="rId11"/>
    <p:sldId id="286" r:id="rId12"/>
    <p:sldId id="271" r:id="rId13"/>
    <p:sldId id="283" r:id="rId14"/>
    <p:sldId id="284" r:id="rId15"/>
    <p:sldId id="289" r:id="rId16"/>
    <p:sldId id="277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4833DA-F8B1-471C-8F95-FF2C3B4554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474CCC6-4087-42A4-9110-94C0035A68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246E68-61F5-4CF7-9FCE-A705493D1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5F00-06C9-4B68-8CBC-C391AE277FDD}" type="datetimeFigureOut">
              <a:rPr lang="ko-KR" altLang="en-US" smtClean="0"/>
              <a:t>2019-11-05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D71D50-73FD-475D-AEA0-9B656FC29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728FBF-AF6C-406C-A239-82D9025EE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96BEE-5B41-47CA-9DC0-F0DE6FA407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946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6E84AB-DDC7-4689-876E-AC46DBC3F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98C761-BBAC-455A-A287-F47F92FDB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BC4F3D-3DDE-43A0-A62E-1A4C593B7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5F00-06C9-4B68-8CBC-C391AE277FDD}" type="datetimeFigureOut">
              <a:rPr lang="ko-KR" altLang="en-US" smtClean="0"/>
              <a:t>2019-11-05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32E330-B239-40D9-B501-E02FBADCA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55662D-9749-4023-B591-BF9001F39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96BEE-5B41-47CA-9DC0-F0DE6FA407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6036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A00281-D5BF-4374-A21F-FAC6D73BB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0D5C26-F793-4C96-AB29-235C4CE49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0B531D-FCF0-4CB9-B50B-56EF82B96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5F00-06C9-4B68-8CBC-C391AE277FDD}" type="datetimeFigureOut">
              <a:rPr lang="ko-KR" altLang="en-US" smtClean="0"/>
              <a:t>2019-11-05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EEB7D0-3312-412B-A9E4-1004A8D9E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0D58C3-D534-49EC-A94B-1EF1EA72C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96BEE-5B41-47CA-9DC0-F0DE6FA407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0882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F0200D-9B23-4DDB-A65A-232420428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B5ED39-66EC-4600-98A8-2968535C27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1342E27-BBF8-41A8-8CFE-743844E5BE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744716-EF4F-4A82-9DF0-40F8B6B33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5F00-06C9-4B68-8CBC-C391AE277FDD}" type="datetimeFigureOut">
              <a:rPr lang="ko-KR" altLang="en-US" smtClean="0"/>
              <a:t>2019-11-05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D19E7A0-1067-4153-BC1A-5755ACE86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90AAA79-A875-4A26-A27C-6F99962A4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96BEE-5B41-47CA-9DC0-F0DE6FA407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101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342135-B28E-4FEA-AE94-352BC267E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2A42B04-FB87-487E-BDD9-2B472D09A6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FAAB3C8-D3BF-40E6-8F55-BD60B472CE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F35282C-EB27-4DEE-A052-53D992B320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928F259-D39A-4114-B96A-55AA7BA150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4FBB66A-B07A-443B-BC73-6C9F196C4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5F00-06C9-4B68-8CBC-C391AE277FDD}" type="datetimeFigureOut">
              <a:rPr lang="ko-KR" altLang="en-US" smtClean="0"/>
              <a:t>2019-11-05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DCA0840-9928-43B1-8FF0-78621ABA9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9127C07-70B3-4F96-A660-B4912062D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96BEE-5B41-47CA-9DC0-F0DE6FA407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8255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7B7858-8013-448E-B5DF-FC3D2F80D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006E946-8A2A-48A4-9427-97A7436DA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5F00-06C9-4B68-8CBC-C391AE277FDD}" type="datetimeFigureOut">
              <a:rPr lang="ko-KR" altLang="en-US" smtClean="0"/>
              <a:t>2019-11-05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C8009CF-9373-4630-8091-7E8C33FE6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E34DC18-CADA-48FE-9957-899BEE964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96BEE-5B41-47CA-9DC0-F0DE6FA407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285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A7FFEE4-4B02-45CC-ADE2-D40A3C934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5F00-06C9-4B68-8CBC-C391AE277FDD}" type="datetimeFigureOut">
              <a:rPr lang="ko-KR" altLang="en-US" smtClean="0"/>
              <a:t>2019-11-05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145FE71-FEAF-4E18-9084-5700C87CC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5CF2AD-E2BD-471B-B3B1-9A2D529D4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96BEE-5B41-47CA-9DC0-F0DE6FA407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2919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5CDCD2-63DF-46D2-88D3-BE978A91B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56A83E-F4BE-420E-A1E3-32E918B46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BE59D69-DA1C-450E-99BC-50D708B986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990226-8F3E-4188-9B65-7A22031F9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5F00-06C9-4B68-8CBC-C391AE277FDD}" type="datetimeFigureOut">
              <a:rPr lang="ko-KR" altLang="en-US" smtClean="0"/>
              <a:t>2019-11-05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8E0B9E-9B80-4505-9179-C71EA05B6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418DF3D-923E-426C-8CFA-F3C82FB06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96BEE-5B41-47CA-9DC0-F0DE6FA407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0461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EB0F82-13F3-4D49-B680-E5087CABB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C22DFCF-03FF-4EE4-9728-FDE4E86525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329209B-F61C-4544-904C-0E439B0CD3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5A8E7BE-4AA1-412A-A6EE-3D0633BC3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5F00-06C9-4B68-8CBC-C391AE277FDD}" type="datetimeFigureOut">
              <a:rPr lang="ko-KR" altLang="en-US" smtClean="0"/>
              <a:t>2019-11-05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14ECAEE-BEC0-46BE-A6B3-5004F5DCD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136DAFB-C9B6-4751-9BC8-DDBEA4FAD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96BEE-5B41-47CA-9DC0-F0DE6FA407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0411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3959F2-43C1-4C09-AA85-43BC0FAF8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5588B73-7A59-430A-8F46-CC9A1BBB85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4B745-6796-4B1B-B8C4-20D89936D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5F00-06C9-4B68-8CBC-C391AE277FDD}" type="datetimeFigureOut">
              <a:rPr lang="ko-KR" altLang="en-US" smtClean="0"/>
              <a:t>2019-11-05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F11691-8549-4D29-A60E-8D899EC5A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4541C6-7812-4738-81CA-FB7D5B294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96BEE-5B41-47CA-9DC0-F0DE6FA407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4404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7C71E76-29D2-4892-8FCA-5D28BBFA23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FEA511C-0FE7-4EF6-ABE0-78AD11CA42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5BDCE6-BD77-45C6-92C3-569D4DED4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5F00-06C9-4B68-8CBC-C391AE277FDD}" type="datetimeFigureOut">
              <a:rPr lang="ko-KR" altLang="en-US" smtClean="0"/>
              <a:t>2019-11-05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82C17D-FA8C-49B2-9A06-A80E31063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3FF373-0B7C-4AE8-B432-347EA4E37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96BEE-5B41-47CA-9DC0-F0DE6FA407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381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20FE2C3-68A7-4989-AD6C-DDB81E77C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51197B-32E2-4C08-9A33-C46C6E2F1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EE9F9B-5C05-43CE-A0A3-95FD358545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35F00-06C9-4B68-8CBC-C391AE277FDD}" type="datetimeFigureOut">
              <a:rPr lang="ko-KR" altLang="en-US" smtClean="0"/>
              <a:t>2019-11-05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68FD3A-CE96-4F15-9DB3-16AA697C4E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C9A0DF-665A-41EE-90CA-C3174875A8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796BEE-5B41-47CA-9DC0-F0DE6FA407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4976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5E8C09D-FA99-4FF8-AA2C-FADD2681B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1032" y="2262433"/>
            <a:ext cx="6127120" cy="402180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B778168-6084-4196-8F94-D9D2F0C9D4E2}"/>
              </a:ext>
            </a:extLst>
          </p:cNvPr>
          <p:cNvSpPr txBox="1"/>
          <p:nvPr/>
        </p:nvSpPr>
        <p:spPr>
          <a:xfrm>
            <a:off x="813848" y="2262433"/>
            <a:ext cx="4961084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400"/>
              <a:t>Numpy</a:t>
            </a:r>
            <a:r>
              <a:rPr lang="ko-KR" altLang="en-US" sz="1400"/>
              <a:t>의 </a:t>
            </a:r>
            <a:r>
              <a:rPr lang="en-US" altLang="ko-KR" sz="1400"/>
              <a:t>polyfit</a:t>
            </a:r>
            <a:r>
              <a:rPr lang="ko-KR" altLang="en-US" sz="1400"/>
              <a:t>으로 회귀분석하기</a:t>
            </a:r>
            <a:endParaRPr lang="en-US" altLang="ko-KR" sz="1400"/>
          </a:p>
          <a:p>
            <a:pPr marL="342900" indent="-342900">
              <a:buAutoNum type="arabicPeriod"/>
            </a:pPr>
            <a:endParaRPr lang="en-US" altLang="ko-KR" sz="1400"/>
          </a:p>
          <a:p>
            <a:pPr marL="342900" indent="-342900">
              <a:buAutoNum type="arabicPeriod"/>
            </a:pPr>
            <a:r>
              <a:rPr lang="en-US" altLang="ko-KR" sz="1400"/>
              <a:t>Prophet</a:t>
            </a:r>
            <a:r>
              <a:rPr lang="ko-KR" altLang="en-US" sz="1400"/>
              <a:t>모듈을 이용한 </a:t>
            </a:r>
            <a:r>
              <a:rPr lang="en-US" altLang="ko-KR" sz="1400"/>
              <a:t>forecast </a:t>
            </a:r>
            <a:r>
              <a:rPr lang="ko-KR" altLang="en-US" sz="1400"/>
              <a:t>예측</a:t>
            </a:r>
            <a:endParaRPr lang="en-US" altLang="ko-KR" sz="1400"/>
          </a:p>
          <a:p>
            <a:pPr marL="342900" indent="-342900">
              <a:buAutoNum type="arabicPeriod"/>
            </a:pPr>
            <a:endParaRPr lang="en-US" altLang="ko-KR" sz="1400"/>
          </a:p>
          <a:p>
            <a:pPr marL="342900" indent="-342900">
              <a:buAutoNum type="arabicPeriod"/>
            </a:pPr>
            <a:r>
              <a:rPr lang="en-US" altLang="ko-KR" sz="1400"/>
              <a:t>Seasonal </a:t>
            </a:r>
            <a:r>
              <a:rPr lang="ko-KR" altLang="en-US" sz="1400"/>
              <a:t>시계열 분석으로 주식 데이터 분석하기</a:t>
            </a:r>
            <a:endParaRPr lang="en-US" altLang="ko-KR" sz="1400"/>
          </a:p>
          <a:p>
            <a:pPr marL="342900" indent="-342900">
              <a:buAutoNum type="arabicPeriod"/>
            </a:pPr>
            <a:endParaRPr lang="en-US" altLang="ko-KR" sz="1400"/>
          </a:p>
          <a:p>
            <a:pPr marL="342900" indent="-342900">
              <a:buAutoNum type="arabicPeriod"/>
            </a:pPr>
            <a:r>
              <a:rPr lang="en-US" altLang="ko-KR" sz="1400"/>
              <a:t>Growth Model</a:t>
            </a:r>
          </a:p>
          <a:p>
            <a:pPr marL="342900" indent="-342900">
              <a:buAutoNum type="arabicPeriod"/>
            </a:pPr>
            <a:endParaRPr lang="en-US" altLang="ko-KR" sz="1400"/>
          </a:p>
          <a:p>
            <a:pPr marL="342900" indent="-342900">
              <a:buAutoNum type="arabicPeriod"/>
            </a:pPr>
            <a:r>
              <a:rPr lang="en-US" altLang="ko-KR" sz="1400"/>
              <a:t>Prophet </a:t>
            </a:r>
            <a:r>
              <a:rPr lang="ko-KR" altLang="en-US" sz="1400"/>
              <a:t>예제</a:t>
            </a:r>
            <a:endParaRPr lang="en-US" altLang="ko-KR" sz="1400"/>
          </a:p>
          <a:p>
            <a:pPr marL="342900" indent="-342900">
              <a:buAutoNum type="arabicPeriod"/>
            </a:pPr>
            <a:endParaRPr lang="en-US" altLang="ko-KR" sz="1400"/>
          </a:p>
          <a:p>
            <a:pPr marL="342900" indent="-342900">
              <a:buAutoNum type="arabicPeriod"/>
            </a:pPr>
            <a:r>
              <a:rPr lang="ko-KR" altLang="en-US" sz="1400"/>
              <a:t>소감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C9005C-EB2B-4406-A5B6-9D4C66438A14}"/>
              </a:ext>
            </a:extLst>
          </p:cNvPr>
          <p:cNvSpPr txBox="1"/>
          <p:nvPr/>
        </p:nvSpPr>
        <p:spPr>
          <a:xfrm>
            <a:off x="2089061" y="711582"/>
            <a:ext cx="786305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/>
              <a:t>7</a:t>
            </a:r>
            <a:r>
              <a:rPr lang="ko-KR" altLang="en-US" sz="4400"/>
              <a:t>장 시계열 데이터를 다뤄보자</a:t>
            </a:r>
          </a:p>
        </p:txBody>
      </p:sp>
    </p:spTree>
    <p:extLst>
      <p:ext uri="{BB962C8B-B14F-4D97-AF65-F5344CB8AC3E}">
        <p14:creationId xmlns:p14="http://schemas.microsoft.com/office/powerpoint/2010/main" val="996490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DE4800D2-4DE3-4E6D-A204-9F90526FB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923" y="1008667"/>
            <a:ext cx="5436122" cy="559480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A990A35-D0AE-4054-9133-EDB81809C3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7956" y="1008667"/>
            <a:ext cx="5436121" cy="559480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F00CC1DD-FB59-4962-BE57-2C4047FC59D3}"/>
              </a:ext>
            </a:extLst>
          </p:cNvPr>
          <p:cNvSpPr/>
          <p:nvPr/>
        </p:nvSpPr>
        <p:spPr>
          <a:xfrm>
            <a:off x="3999688" y="395927"/>
            <a:ext cx="41926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/>
              <a:t>Numpy</a:t>
            </a:r>
            <a:r>
              <a:rPr lang="ko-KR" altLang="en-US"/>
              <a:t>의 </a:t>
            </a:r>
            <a:r>
              <a:rPr lang="en-US" altLang="ko-KR"/>
              <a:t>polyfit</a:t>
            </a:r>
            <a:r>
              <a:rPr lang="ko-KR" altLang="en-US"/>
              <a:t>으로 회귀분석하기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08609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E52355A-6725-469B-A331-EA579A64D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470" y="1371599"/>
            <a:ext cx="3416923" cy="41148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FFE31A7-DB00-4BCC-855E-3BCF47E1F1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831" y="1371599"/>
            <a:ext cx="3416923" cy="41148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4D844F1-97B3-453C-BC39-6CB73015BC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0192" y="1371598"/>
            <a:ext cx="3416924" cy="4114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148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4D32D19-9A6D-4244-B6C6-DB59966FD286}"/>
              </a:ext>
            </a:extLst>
          </p:cNvPr>
          <p:cNvSpPr/>
          <p:nvPr/>
        </p:nvSpPr>
        <p:spPr>
          <a:xfrm>
            <a:off x="4005587" y="207390"/>
            <a:ext cx="41808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/>
              <a:t>2. Prophet</a:t>
            </a:r>
            <a:r>
              <a:rPr lang="ko-KR" altLang="en-US"/>
              <a:t>모듈을 이용한 </a:t>
            </a:r>
            <a:r>
              <a:rPr lang="en-US" altLang="ko-KR"/>
              <a:t>forecast </a:t>
            </a:r>
            <a:r>
              <a:rPr lang="ko-KR" altLang="en-US"/>
              <a:t>예측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C72D9E0-5976-4235-B2DF-3B2198338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84" y="961534"/>
            <a:ext cx="4882829" cy="412894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1A91754-3A79-4CB5-B508-893BC7F16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057" y="961534"/>
            <a:ext cx="5866359" cy="5608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832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499E5F38-C57C-41F6-9CB4-5106395B9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6301" y="172039"/>
            <a:ext cx="6259398" cy="651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359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54E7E0A-3D3C-456A-B353-2716E6E09755}"/>
              </a:ext>
            </a:extLst>
          </p:cNvPr>
          <p:cNvSpPr/>
          <p:nvPr/>
        </p:nvSpPr>
        <p:spPr>
          <a:xfrm>
            <a:off x="3295393" y="265464"/>
            <a:ext cx="56012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/>
              <a:t>3. Seasonal </a:t>
            </a:r>
            <a:r>
              <a:rPr lang="ko-KR" altLang="en-US"/>
              <a:t>시계열 분석으로 주식 데이터 분석하기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BE7B4C3-B75F-438D-86BB-E5834D9C4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940" y="856325"/>
            <a:ext cx="4879731" cy="573621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C74DB57-6E70-4A36-BD8B-36827AE189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2331" y="856325"/>
            <a:ext cx="4879731" cy="5736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457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96A84A3-64E1-4C37-8EA1-D7C4A9276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75" y="1098565"/>
            <a:ext cx="4444590" cy="466086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1936421-8A88-4E49-9493-FEA905146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7972" y="1098565"/>
            <a:ext cx="6527253" cy="4029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017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16459A13-AF94-42AA-944F-AD3306737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8827" y="110765"/>
            <a:ext cx="6254346" cy="663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855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B5D5B0F7-E0F1-40C4-AAB2-E99AF60C3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114" y="292231"/>
            <a:ext cx="5192233" cy="627353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CE01EEE-4F97-4E2F-9011-D204673FD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654" y="292231"/>
            <a:ext cx="5260760" cy="3136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115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721470D7-6463-4278-B97B-FF236A70A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38" y="1329965"/>
            <a:ext cx="5760760" cy="419807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0960EA24-B4EB-41A4-9552-1ADCB688E2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3478" y="1329965"/>
            <a:ext cx="5760760" cy="4198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837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D3E885F-CDBA-4E79-A2BF-FF3704F6FAF7}"/>
              </a:ext>
            </a:extLst>
          </p:cNvPr>
          <p:cNvSpPr/>
          <p:nvPr/>
        </p:nvSpPr>
        <p:spPr>
          <a:xfrm>
            <a:off x="5118040" y="190050"/>
            <a:ext cx="19559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/>
              <a:t>4. Growth Model</a:t>
            </a:r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9B82AAA-8087-480E-A748-449080054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000" y="678730"/>
            <a:ext cx="7200000" cy="5989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6422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76CCFB6B-96C0-4148-8D56-979EE9734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160" y="221530"/>
            <a:ext cx="6287679" cy="6414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7374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E7BF2E9C-0878-4BDC-871A-017890A68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487" y="1413235"/>
            <a:ext cx="7439025" cy="518160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768E6A1-5288-4014-88B0-38E5FDF2A956}"/>
              </a:ext>
            </a:extLst>
          </p:cNvPr>
          <p:cNvSpPr/>
          <p:nvPr/>
        </p:nvSpPr>
        <p:spPr>
          <a:xfrm>
            <a:off x="5190975" y="585975"/>
            <a:ext cx="18100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/>
              <a:t>5. Prophet </a:t>
            </a:r>
            <a:r>
              <a:rPr lang="ko-KR" altLang="en-US"/>
              <a:t>예제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048713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96F9C09A-526A-4C77-BE56-81455A196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808" y="103695"/>
            <a:ext cx="4945202" cy="632067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736E047-9C16-4F8C-A18D-7DB8BEA23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9522" y="103695"/>
            <a:ext cx="6258670" cy="4147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1430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51E03F3-5E8A-4B6D-92DD-4DA837F62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8191" y="207389"/>
            <a:ext cx="5855617" cy="6443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0920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26CDEC45-A91E-4EAE-B80B-F21715DCF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8168" y="234680"/>
            <a:ext cx="5362575" cy="400050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DB3C53AA-F40D-4202-AFC8-48B504977BB7}"/>
              </a:ext>
            </a:extLst>
          </p:cNvPr>
          <p:cNvSpPr/>
          <p:nvPr/>
        </p:nvSpPr>
        <p:spPr>
          <a:xfrm>
            <a:off x="1321773" y="1882218"/>
            <a:ext cx="9940371" cy="30455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/>
              <a:t>6. </a:t>
            </a:r>
            <a:r>
              <a:rPr lang="ko-KR" altLang="en-US"/>
              <a:t>소감</a:t>
            </a:r>
            <a:endParaRPr lang="en-US" altLang="ko-KR" sz="2400"/>
          </a:p>
          <a:p>
            <a:pPr>
              <a:lnSpc>
                <a:spcPct val="150000"/>
              </a:lnSpc>
            </a:pPr>
            <a:r>
              <a:rPr lang="ko-KR" altLang="en-US" sz="1600"/>
              <a:t>이번 과제에서는 시계열 데이터에 대한 실습을 진행했습니다</a:t>
            </a:r>
            <a:r>
              <a:rPr lang="en-US" altLang="ko-KR" sz="1600"/>
              <a:t>.</a:t>
            </a:r>
            <a:r>
              <a:rPr lang="ko-KR" altLang="en-US" sz="1600"/>
              <a:t> </a:t>
            </a:r>
            <a:endParaRPr lang="en-US" altLang="ko-KR" sz="1600"/>
          </a:p>
          <a:p>
            <a:pPr>
              <a:lnSpc>
                <a:spcPct val="150000"/>
              </a:lnSpc>
            </a:pPr>
            <a:endParaRPr lang="en-US" altLang="ko-KR" sz="1600"/>
          </a:p>
          <a:p>
            <a:pPr>
              <a:lnSpc>
                <a:spcPct val="150000"/>
              </a:lnSpc>
            </a:pPr>
            <a:r>
              <a:rPr lang="ko-KR" altLang="en-US" sz="1600"/>
              <a:t>과제를 진행하면서</a:t>
            </a:r>
            <a:r>
              <a:rPr lang="en-US" altLang="ko-KR" sz="1600"/>
              <a:t> </a:t>
            </a:r>
            <a:r>
              <a:rPr lang="ko-KR" altLang="en-US" sz="1600"/>
              <a:t>시간에 따른 데이터의 변화를 그래프로 그려서 한눈에 볼 수 있었고</a:t>
            </a:r>
            <a:r>
              <a:rPr lang="en-US" altLang="ko-KR" sz="1600"/>
              <a:t>, </a:t>
            </a:r>
          </a:p>
          <a:p>
            <a:pPr>
              <a:lnSpc>
                <a:spcPct val="150000"/>
              </a:lnSpc>
            </a:pPr>
            <a:r>
              <a:rPr lang="ko-KR" altLang="en-US" sz="1600"/>
              <a:t>주어진 데이터를 가지고 미래의 데이터를 예측할 수 있다는 점이 매력적이었습니다</a:t>
            </a:r>
            <a:r>
              <a:rPr lang="en-US" altLang="ko-KR" sz="1600"/>
              <a:t>.</a:t>
            </a:r>
          </a:p>
          <a:p>
            <a:pPr>
              <a:lnSpc>
                <a:spcPct val="150000"/>
              </a:lnSpc>
            </a:pPr>
            <a:endParaRPr lang="en-US" altLang="ko-KR" sz="1600"/>
          </a:p>
          <a:p>
            <a:pPr>
              <a:lnSpc>
                <a:spcPct val="150000"/>
              </a:lnSpc>
            </a:pPr>
            <a:r>
              <a:rPr lang="ko-KR" altLang="en-US" sz="1600"/>
              <a:t>고질적인 문제인 모듈의 설치문제는 제외하고 어려웠던점은 함수의 사용법이었는데</a:t>
            </a:r>
            <a:r>
              <a:rPr lang="en-US" altLang="ko-KR" sz="1600"/>
              <a:t>, </a:t>
            </a:r>
          </a:p>
          <a:p>
            <a:pPr>
              <a:lnSpc>
                <a:spcPct val="150000"/>
              </a:lnSpc>
            </a:pPr>
            <a:r>
              <a:rPr lang="ko-KR" altLang="en-US" sz="1600"/>
              <a:t>이를 해결하기 위해 구글링하면서 최대한 설명을 주석으로 옮겨적으려고 노력했습니다</a:t>
            </a:r>
            <a:r>
              <a:rPr lang="en-US" altLang="ko-KR" sz="16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46423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108</Words>
  <Application>Microsoft Office PowerPoint</Application>
  <PresentationFormat>와이드스크린</PresentationFormat>
  <Paragraphs>25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명회 구</dc:creator>
  <cp:lastModifiedBy>명회 구</cp:lastModifiedBy>
  <cp:revision>23</cp:revision>
  <dcterms:created xsi:type="dcterms:W3CDTF">2019-10-25T16:58:25Z</dcterms:created>
  <dcterms:modified xsi:type="dcterms:W3CDTF">2019-11-05T11:49:11Z</dcterms:modified>
</cp:coreProperties>
</file>